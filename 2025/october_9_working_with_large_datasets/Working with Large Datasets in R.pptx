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02" r:id="rId1"/>
    <p:sldMasterId id="2147483703" r:id="rId2"/>
  </p:sldMasterIdLst>
  <p:notesMasterIdLst>
    <p:notesMasterId r:id="rId13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9144000" cy="5143500" type="screen16x9"/>
  <p:notesSz cx="6858000" cy="9144000"/>
  <p:embeddedFontLst>
    <p:embeddedFont>
      <p:font typeface="Arimo" panose="020B0604020202020204" pitchFamily="34" charset="0"/>
      <p:regular r:id="rId14"/>
      <p:bold r:id="rId15"/>
      <p:italic r:id="rId16"/>
      <p:boldItalic r:id="rId17"/>
    </p:embeddedFont>
    <p:embeddedFont>
      <p:font typeface="Arimo Medium" panose="020B0604020202020204" pitchFamily="34" charset="0"/>
      <p:regular r:id="rId18"/>
      <p:bold r:id="rId19"/>
      <p:italic r:id="rId20"/>
      <p:boldItalic r:id="rId21"/>
    </p:embeddedFont>
    <p:embeddedFont>
      <p:font typeface="Arimo SemiBold" panose="020B0604020202020204" pitchFamily="34" charset="0"/>
      <p:regular r:id="rId22"/>
      <p:bold r:id="rId23"/>
      <p:italic r:id="rId24"/>
      <p:boldItalic r:id="rId25"/>
    </p:embeddedFont>
    <p:embeddedFont>
      <p:font typeface="Inter" panose="02000503000000020004" pitchFamily="2" charset="0"/>
      <p:regular r:id="rId26"/>
      <p:bold r:id="rId27"/>
      <p:italic r:id="rId28"/>
      <p:boldItalic r:id="rId29"/>
    </p:embeddedFont>
    <p:embeddedFont>
      <p:font typeface="Montserrat" pitchFamily="2" charset="77"/>
      <p:regular r:id="rId30"/>
      <p:bold r:id="rId31"/>
      <p:italic r:id="rId32"/>
      <p:boldItalic r:id="rId33"/>
    </p:embeddedFont>
    <p:embeddedFont>
      <p:font typeface="Oswald" pitchFamily="2" charset="77"/>
      <p:regular r:id="rId34"/>
      <p:bold r:id="rId35"/>
    </p:embeddedFont>
    <p:embeddedFont>
      <p:font typeface="Playfair Display" pitchFamily="2" charset="77"/>
      <p:regular r:id="rId36"/>
      <p:bold r:id="rId37"/>
      <p:italic r:id="rId38"/>
      <p:boldItalic r:id="rId39"/>
    </p:embeddedFont>
    <p:embeddedFont>
      <p:font typeface="Plus Jakarta Sans" pitchFamily="2" charset="77"/>
      <p:regular r:id="rId40"/>
      <p:bold r:id="rId41"/>
      <p:italic r:id="rId42"/>
      <p:boldItalic r:id="rId43"/>
    </p:embeddedFont>
    <p:embeddedFont>
      <p:font typeface="Plus Jakarta Sans Medium" pitchFamily="2" charset="77"/>
      <p:regular r:id="rId44"/>
      <p:bold r:id="rId45"/>
      <p:italic r:id="rId46"/>
      <p:boldItalic r:id="rId47"/>
    </p:embeddedFont>
    <p:embeddedFont>
      <p:font typeface="Roboto" panose="02000000000000000000" pitchFamily="2" charset="0"/>
      <p:regular r:id="rId48"/>
      <p:bold r:id="rId49"/>
      <p:italic r:id="rId50"/>
      <p:boldItalic r:id="rId5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116">
          <p15:clr>
            <a:srgbClr val="747775"/>
          </p15:clr>
        </p15:guide>
        <p15:guide id="2" orient="horz" pos="3053">
          <p15:clr>
            <a:srgbClr val="747775"/>
          </p15:clr>
        </p15:guide>
        <p15:guide id="3" pos="1188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0366"/>
    <p:restoredTop sz="94647"/>
  </p:normalViewPr>
  <p:slideViewPr>
    <p:cSldViewPr snapToGrid="0">
      <p:cViewPr varScale="1">
        <p:scale>
          <a:sx n="188" d="100"/>
          <a:sy n="188" d="100"/>
        </p:scale>
        <p:origin x="224" y="184"/>
      </p:cViewPr>
      <p:guideLst>
        <p:guide orient="horz" pos="1116"/>
        <p:guide orient="horz" pos="3053"/>
        <p:guide pos="118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font" Target="fonts/font13.fntdata"/><Relationship Id="rId39" Type="http://schemas.openxmlformats.org/officeDocument/2006/relationships/font" Target="fonts/font26.fntdata"/><Relationship Id="rId21" Type="http://schemas.openxmlformats.org/officeDocument/2006/relationships/font" Target="fonts/font8.fntdata"/><Relationship Id="rId34" Type="http://schemas.openxmlformats.org/officeDocument/2006/relationships/font" Target="fonts/font21.fntdata"/><Relationship Id="rId42" Type="http://schemas.openxmlformats.org/officeDocument/2006/relationships/font" Target="fonts/font29.fntdata"/><Relationship Id="rId47" Type="http://schemas.openxmlformats.org/officeDocument/2006/relationships/font" Target="fonts/font34.fntdata"/><Relationship Id="rId50" Type="http://schemas.openxmlformats.org/officeDocument/2006/relationships/font" Target="fonts/font37.fntdata"/><Relationship Id="rId55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3.fntdata"/><Relationship Id="rId29" Type="http://schemas.openxmlformats.org/officeDocument/2006/relationships/font" Target="fonts/font16.fntdata"/><Relationship Id="rId11" Type="http://schemas.openxmlformats.org/officeDocument/2006/relationships/slide" Target="slides/slide9.xml"/><Relationship Id="rId24" Type="http://schemas.openxmlformats.org/officeDocument/2006/relationships/font" Target="fonts/font11.fntdata"/><Relationship Id="rId32" Type="http://schemas.openxmlformats.org/officeDocument/2006/relationships/font" Target="fonts/font19.fntdata"/><Relationship Id="rId37" Type="http://schemas.openxmlformats.org/officeDocument/2006/relationships/font" Target="fonts/font24.fntdata"/><Relationship Id="rId40" Type="http://schemas.openxmlformats.org/officeDocument/2006/relationships/font" Target="fonts/font27.fntdata"/><Relationship Id="rId45" Type="http://schemas.openxmlformats.org/officeDocument/2006/relationships/font" Target="fonts/font32.fntdata"/><Relationship Id="rId53" Type="http://schemas.openxmlformats.org/officeDocument/2006/relationships/viewProps" Target="viewProps.xml"/><Relationship Id="rId5" Type="http://schemas.openxmlformats.org/officeDocument/2006/relationships/slide" Target="slides/slide3.xml"/><Relationship Id="rId10" Type="http://schemas.openxmlformats.org/officeDocument/2006/relationships/slide" Target="slides/slide8.xml"/><Relationship Id="rId19" Type="http://schemas.openxmlformats.org/officeDocument/2006/relationships/font" Target="fonts/font6.fntdata"/><Relationship Id="rId31" Type="http://schemas.openxmlformats.org/officeDocument/2006/relationships/font" Target="fonts/font18.fntdata"/><Relationship Id="rId44" Type="http://schemas.openxmlformats.org/officeDocument/2006/relationships/font" Target="fonts/font31.fntdata"/><Relationship Id="rId52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font" Target="fonts/font14.fntdata"/><Relationship Id="rId30" Type="http://schemas.openxmlformats.org/officeDocument/2006/relationships/font" Target="fonts/font17.fntdata"/><Relationship Id="rId35" Type="http://schemas.openxmlformats.org/officeDocument/2006/relationships/font" Target="fonts/font22.fntdata"/><Relationship Id="rId43" Type="http://schemas.openxmlformats.org/officeDocument/2006/relationships/font" Target="fonts/font30.fntdata"/><Relationship Id="rId48" Type="http://schemas.openxmlformats.org/officeDocument/2006/relationships/font" Target="fonts/font35.fntdata"/><Relationship Id="rId8" Type="http://schemas.openxmlformats.org/officeDocument/2006/relationships/slide" Target="slides/slide6.xml"/><Relationship Id="rId51" Type="http://schemas.openxmlformats.org/officeDocument/2006/relationships/font" Target="fonts/font38.fntdata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font" Target="fonts/font4.fntdata"/><Relationship Id="rId25" Type="http://schemas.openxmlformats.org/officeDocument/2006/relationships/font" Target="fonts/font12.fntdata"/><Relationship Id="rId33" Type="http://schemas.openxmlformats.org/officeDocument/2006/relationships/font" Target="fonts/font20.fntdata"/><Relationship Id="rId38" Type="http://schemas.openxmlformats.org/officeDocument/2006/relationships/font" Target="fonts/font25.fntdata"/><Relationship Id="rId46" Type="http://schemas.openxmlformats.org/officeDocument/2006/relationships/font" Target="fonts/font33.fntdata"/><Relationship Id="rId20" Type="http://schemas.openxmlformats.org/officeDocument/2006/relationships/font" Target="fonts/font7.fntdata"/><Relationship Id="rId41" Type="http://schemas.openxmlformats.org/officeDocument/2006/relationships/font" Target="fonts/font28.fntdata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28" Type="http://schemas.openxmlformats.org/officeDocument/2006/relationships/font" Target="fonts/font15.fntdata"/><Relationship Id="rId36" Type="http://schemas.openxmlformats.org/officeDocument/2006/relationships/font" Target="fonts/font23.fntdata"/><Relationship Id="rId49" Type="http://schemas.openxmlformats.org/officeDocument/2006/relationships/font" Target="fonts/font3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3777057c4b6_0_19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2" name="Google Shape;412;g3777057c4b6_0_19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g3777057c4b6_0_23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1" name="Google Shape;421;g3777057c4b6_0_23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g3777057c4b6_0_23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1" name="Google Shape;431;g3777057c4b6_0_23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g3777057c4b6_0_24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0" name="Google Shape;440;g3777057c4b6_0_24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g3777057c4b6_0_29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7" name="Google Shape;457;g3777057c4b6_0_29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g3777057c4b6_0_25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7" name="Google Shape;467;g3777057c4b6_0_25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g3777057c4b6_0_29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9" name="Google Shape;489;g3777057c4b6_0_29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g3777057c4b6_0_23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3" name="Google Shape;503;g3777057c4b6_0_23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g3777057c4b6_0_24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8" name="Google Shape;538;g3777057c4b6_0_24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g3777057c4b6_0_29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8" name="Google Shape;548;g3777057c4b6_0_29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4286250" y="0"/>
            <a:ext cx="723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4358475" y="0"/>
            <a:ext cx="38532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44250" y="1403850"/>
            <a:ext cx="8455500" cy="2146800"/>
          </a:xfrm>
          <a:prstGeom prst="rect">
            <a:avLst/>
          </a:prstGeom>
          <a:solidFill>
            <a:srgbClr val="FFFFFF"/>
          </a:solidFill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800"/>
              <a:buFont typeface="Playfair Display"/>
              <a:buNone/>
              <a:defRPr sz="68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800"/>
              <a:buFont typeface="Playfair Display"/>
              <a:buNone/>
              <a:defRPr sz="6800" b="1"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6800"/>
              <a:buFont typeface="Playfair Display"/>
              <a:buNone/>
              <a:defRPr sz="6800" b="1"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6800"/>
              <a:buFont typeface="Playfair Display"/>
              <a:buNone/>
              <a:defRPr sz="6800" b="1"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6800"/>
              <a:buFont typeface="Playfair Display"/>
              <a:buNone/>
              <a:defRPr sz="6800" b="1"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6800"/>
              <a:buFont typeface="Playfair Display"/>
              <a:buNone/>
              <a:defRPr sz="6800" b="1"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6800"/>
              <a:buFont typeface="Playfair Display"/>
              <a:buNone/>
              <a:defRPr sz="6800" b="1"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6800"/>
              <a:buFont typeface="Playfair Display"/>
              <a:buNone/>
              <a:defRPr sz="6800" b="1"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6800"/>
              <a:buFont typeface="Playfair Display"/>
              <a:buNone/>
              <a:defRPr sz="6800" b="1"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44250" y="3550650"/>
            <a:ext cx="4910100" cy="5778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Montserrat"/>
              <a:buNone/>
              <a:defRPr sz="24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Montserrat"/>
              <a:buNone/>
              <a:defRPr sz="24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Montserrat"/>
              <a:buNone/>
              <a:defRPr sz="24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Montserrat"/>
              <a:buNone/>
              <a:defRPr sz="24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Montserrat"/>
              <a:buNone/>
              <a:defRPr sz="24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Montserrat"/>
              <a:buNone/>
              <a:defRPr sz="24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Montserrat"/>
              <a:buNone/>
              <a:defRPr sz="24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Montserrat"/>
              <a:buNone/>
              <a:defRPr sz="24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Montserrat"/>
              <a:buNone/>
              <a:defRPr sz="24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4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 rot="5400000">
            <a:off x="4550700" y="-498600"/>
            <a:ext cx="42600" cy="8455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344250" y="1403850"/>
            <a:ext cx="8455500" cy="2146800"/>
          </a:xfrm>
          <a:prstGeom prst="rect">
            <a:avLst/>
          </a:prstGeom>
          <a:solidFill>
            <a:srgbClr val="FFFFFF"/>
          </a:solidFill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Font typeface="Playfair Display"/>
              <a:buNone/>
              <a:defRPr sz="4800" b="1"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Font typeface="Playfair Display"/>
              <a:buNone/>
              <a:defRPr sz="4800" b="1"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Font typeface="Playfair Display"/>
              <a:buNone/>
              <a:defRPr sz="4800" b="1"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Font typeface="Playfair Display"/>
              <a:buNone/>
              <a:defRPr sz="4800" b="1"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Font typeface="Playfair Display"/>
              <a:buNone/>
              <a:defRPr sz="4800" b="1"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Font typeface="Playfair Display"/>
              <a:buNone/>
              <a:defRPr sz="4800" b="1"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Font typeface="Playfair Display"/>
              <a:buNone/>
              <a:defRPr sz="4800" b="1"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Font typeface="Playfair Display"/>
              <a:buNone/>
              <a:defRPr sz="4800" b="1"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Font typeface="Playfair Display"/>
              <a:buNone/>
              <a:defRPr sz="4800" b="1"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body" idx="1"/>
          </p:nvPr>
        </p:nvSpPr>
        <p:spPr>
          <a:xfrm>
            <a:off x="311700" y="1234075"/>
            <a:ext cx="8520600" cy="333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311700" y="1234050"/>
            <a:ext cx="3999900" cy="333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2"/>
          </p:nvPr>
        </p:nvSpPr>
        <p:spPr>
          <a:xfrm>
            <a:off x="4832400" y="1234050"/>
            <a:ext cx="3999900" cy="333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3" name="Google Shape;33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3"/>
        </a:solidFill>
        <a:effectLst/>
      </p:bgPr>
    </p:bg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fair Display"/>
              <a:buNone/>
              <a:defRPr sz="54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fair Display"/>
              <a:buNone/>
              <a:defRPr sz="54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fair Display"/>
              <a:buNone/>
              <a:defRPr sz="54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fair Display"/>
              <a:buNone/>
              <a:defRPr sz="54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fair Display"/>
              <a:buNone/>
              <a:defRPr sz="54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fair Display"/>
              <a:buNone/>
              <a:defRPr sz="54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fair Display"/>
              <a:buNone/>
              <a:defRPr sz="54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fair Display"/>
              <a:buNone/>
              <a:defRPr sz="54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fair Display"/>
              <a:buNone/>
              <a:defRPr sz="5400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>
            <a:endParaRPr/>
          </a:p>
        </p:txBody>
      </p:sp>
      <p:sp>
        <p:nvSpPr>
          <p:cNvPr id="37" name="Google Shape;37;p8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/>
          <p:nvPr/>
        </p:nvSpPr>
        <p:spPr>
          <a:xfrm>
            <a:off x="4572000" y="-7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0" name="Google Shape;40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1" name="Google Shape;41;p9"/>
          <p:cNvSpPr txBox="1">
            <a:spLocks noGrp="1"/>
          </p:cNvSpPr>
          <p:nvPr>
            <p:ph type="title"/>
          </p:nvPr>
        </p:nvSpPr>
        <p:spPr>
          <a:xfrm>
            <a:off x="265500" y="1081675"/>
            <a:ext cx="4045200" cy="1786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ubTitle" idx="1"/>
          </p:nvPr>
        </p:nvSpPr>
        <p:spPr>
          <a:xfrm>
            <a:off x="265500" y="2921401"/>
            <a:ext cx="4045200" cy="13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>
                <a:highlight>
                  <a:schemeClr val="lt1"/>
                </a:highlight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>
                <a:highlight>
                  <a:schemeClr val="lt1"/>
                </a:highlight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>
                <a:highlight>
                  <a:schemeClr val="lt1"/>
                </a:highlight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>
                <a:highlight>
                  <a:schemeClr val="lt1"/>
                </a:highlight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>
                <a:highlight>
                  <a:schemeClr val="lt1"/>
                </a:highlight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>
                <a:highlight>
                  <a:schemeClr val="lt1"/>
                </a:highlight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>
                <a:highlight>
                  <a:schemeClr val="lt1"/>
                </a:highlight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>
                <a:highlight>
                  <a:schemeClr val="lt1"/>
                </a:highlight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>
                <a:highlight>
                  <a:schemeClr val="lt1"/>
                </a:highlight>
              </a:defRPr>
            </a:lvl9pPr>
          </a:lstStyle>
          <a:p>
            <a:endParaRPr/>
          </a:p>
        </p:txBody>
      </p:sp>
      <p:sp>
        <p:nvSpPr>
          <p:cNvPr id="44" name="Google Shape;44;p9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highlight>
                  <a:schemeClr val="dk1"/>
                </a:highlight>
              </a:defRPr>
            </a:lvl1pPr>
          </a:lstStyle>
          <a:p>
            <a:endParaRPr/>
          </a:p>
        </p:txBody>
      </p:sp>
      <p:sp>
        <p:nvSpPr>
          <p:cNvPr id="47" name="Google Shape;47;p10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1"/>
          <p:cNvSpPr txBox="1">
            <a:spLocks noGrp="1"/>
          </p:cNvSpPr>
          <p:nvPr>
            <p:ph type="title" hasCustomPrompt="1"/>
          </p:nvPr>
        </p:nvSpPr>
        <p:spPr>
          <a:xfrm>
            <a:off x="311700" y="999925"/>
            <a:ext cx="8520600" cy="2146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0"/>
              <a:buFont typeface="Montserrat"/>
              <a:buNone/>
              <a:defRPr sz="140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0"/>
              <a:buFont typeface="Montserrat"/>
              <a:buNone/>
              <a:defRPr sz="140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14000"/>
              <a:buFont typeface="Montserrat"/>
              <a:buNone/>
              <a:defRPr sz="140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14000"/>
              <a:buFont typeface="Montserrat"/>
              <a:buNone/>
              <a:defRPr sz="140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14000"/>
              <a:buFont typeface="Montserrat"/>
              <a:buNone/>
              <a:defRPr sz="140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14000"/>
              <a:buFont typeface="Montserrat"/>
              <a:buNone/>
              <a:defRPr sz="140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14000"/>
              <a:buFont typeface="Montserrat"/>
              <a:buNone/>
              <a:defRPr sz="140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14000"/>
              <a:buFont typeface="Montserrat"/>
              <a:buNone/>
              <a:defRPr sz="140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14000"/>
              <a:buFont typeface="Montserrat"/>
              <a:buNone/>
              <a:defRPr sz="140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r>
              <a:t>xx%</a:t>
            </a:r>
          </a:p>
        </p:txBody>
      </p:sp>
      <p:sp>
        <p:nvSpPr>
          <p:cNvPr id="50" name="Google Shape;50;p11"/>
          <p:cNvSpPr txBox="1">
            <a:spLocks noGrp="1"/>
          </p:cNvSpPr>
          <p:nvPr>
            <p:ph type="body" idx="1"/>
          </p:nvPr>
        </p:nvSpPr>
        <p:spPr>
          <a:xfrm>
            <a:off x="311700" y="32284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>
                <a:highlight>
                  <a:schemeClr val="dk1"/>
                </a:highlight>
              </a:defRPr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>
                <a:highlight>
                  <a:schemeClr val="dk1"/>
                </a:highlight>
              </a:defRPr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>
                <a:highlight>
                  <a:schemeClr val="dk1"/>
                </a:highlight>
              </a:defRPr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>
                <a:highlight>
                  <a:schemeClr val="dk1"/>
                </a:highlight>
              </a:defRPr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>
                <a:highlight>
                  <a:schemeClr val="dk1"/>
                </a:highlight>
              </a:defRPr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>
                <a:highlight>
                  <a:schemeClr val="dk1"/>
                </a:highlight>
              </a:defRPr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>
                <a:highlight>
                  <a:schemeClr val="dk1"/>
                </a:highlight>
              </a:defRPr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>
                <a:highlight>
                  <a:schemeClr val="dk1"/>
                </a:highlight>
              </a:defRPr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>
                <a:highlight>
                  <a:schemeClr val="dk1"/>
                </a:highlight>
              </a:defRPr>
            </a:lvl9pPr>
          </a:lstStyle>
          <a:p>
            <a:endParaRPr/>
          </a:p>
        </p:txBody>
      </p:sp>
      <p:sp>
        <p:nvSpPr>
          <p:cNvPr id="51" name="Google Shape;51;p11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2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1">
  <p:cSld name="BLANK_1">
    <p:bg>
      <p:bgPr>
        <a:solidFill>
          <a:schemeClr val="accent5"/>
        </a:solidFill>
        <a:effectLst/>
      </p:bgPr>
    </p:bg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3"/>
          <p:cNvSpPr/>
          <p:nvPr/>
        </p:nvSpPr>
        <p:spPr>
          <a:xfrm>
            <a:off x="6849412" y="229900"/>
            <a:ext cx="2068500" cy="2068500"/>
          </a:xfrm>
          <a:prstGeom prst="roundRect">
            <a:avLst>
              <a:gd name="adj" fmla="val 12219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2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56" name="Google Shape;56;p13"/>
          <p:cNvSpPr/>
          <p:nvPr/>
        </p:nvSpPr>
        <p:spPr>
          <a:xfrm>
            <a:off x="228600" y="229900"/>
            <a:ext cx="4349400" cy="4683600"/>
          </a:xfrm>
          <a:prstGeom prst="roundRect">
            <a:avLst>
              <a:gd name="adj" fmla="val 5845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2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57" name="Google Shape;57;p13"/>
          <p:cNvSpPr/>
          <p:nvPr/>
        </p:nvSpPr>
        <p:spPr>
          <a:xfrm>
            <a:off x="4679587" y="229900"/>
            <a:ext cx="2068500" cy="2068500"/>
          </a:xfrm>
          <a:prstGeom prst="roundRect">
            <a:avLst>
              <a:gd name="adj" fmla="val 12219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</a:t>
            </a:r>
            <a:endParaRPr>
              <a:solidFill>
                <a:schemeClr val="accent2"/>
              </a:solidFill>
              <a:latin typeface="Plus Jakarta Sans"/>
              <a:ea typeface="Plus Jakarta Sans"/>
              <a:cs typeface="Plus Jakarta Sans"/>
              <a:sym typeface="Plus Jakarta Sans"/>
            </a:endParaRPr>
          </a:p>
        </p:txBody>
      </p:sp>
      <p:sp>
        <p:nvSpPr>
          <p:cNvPr id="58" name="Google Shape;58;p13"/>
          <p:cNvSpPr/>
          <p:nvPr/>
        </p:nvSpPr>
        <p:spPr>
          <a:xfrm>
            <a:off x="4679599" y="2404695"/>
            <a:ext cx="4238400" cy="2508900"/>
          </a:xfrm>
          <a:prstGeom prst="roundRect">
            <a:avLst>
              <a:gd name="adj" fmla="val 10138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59" name="Google Shape;59;p13"/>
          <p:cNvGrpSpPr/>
          <p:nvPr/>
        </p:nvGrpSpPr>
        <p:grpSpPr>
          <a:xfrm>
            <a:off x="4524845" y="724771"/>
            <a:ext cx="2377504" cy="1078596"/>
            <a:chOff x="4571989" y="769200"/>
            <a:chExt cx="2320422" cy="1052700"/>
          </a:xfrm>
        </p:grpSpPr>
        <p:sp>
          <p:nvSpPr>
            <p:cNvPr id="60" name="Google Shape;60;p13"/>
            <p:cNvSpPr/>
            <p:nvPr/>
          </p:nvSpPr>
          <p:spPr>
            <a:xfrm>
              <a:off x="5691810" y="769200"/>
              <a:ext cx="1200600" cy="1052700"/>
            </a:xfrm>
            <a:prstGeom prst="pie">
              <a:avLst>
                <a:gd name="adj1" fmla="val 5410573"/>
                <a:gd name="adj2" fmla="val 1620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2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</p:txBody>
        </p:sp>
        <p:sp>
          <p:nvSpPr>
            <p:cNvPr id="61" name="Google Shape;61;p13"/>
            <p:cNvSpPr/>
            <p:nvPr/>
          </p:nvSpPr>
          <p:spPr>
            <a:xfrm flipH="1">
              <a:off x="4571989" y="769200"/>
              <a:ext cx="1200600" cy="1052700"/>
            </a:xfrm>
            <a:prstGeom prst="pie">
              <a:avLst>
                <a:gd name="adj1" fmla="val 5410573"/>
                <a:gd name="adj2" fmla="val 1620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2"/>
                </a:solidFill>
                <a:latin typeface="Plus Jakarta Sans"/>
                <a:ea typeface="Plus Jakarta Sans"/>
                <a:cs typeface="Plus Jakarta Sans"/>
                <a:sym typeface="Plus Jakarta Sans"/>
              </a:endParaRPr>
            </a:p>
          </p:txBody>
        </p:sp>
      </p:grpSp>
      <p:grpSp>
        <p:nvGrpSpPr>
          <p:cNvPr id="62" name="Google Shape;62;p13"/>
          <p:cNvGrpSpPr/>
          <p:nvPr/>
        </p:nvGrpSpPr>
        <p:grpSpPr>
          <a:xfrm>
            <a:off x="7352898" y="762044"/>
            <a:ext cx="1061865" cy="1004215"/>
            <a:chOff x="7312075" y="834700"/>
            <a:chExt cx="1022400" cy="966799"/>
          </a:xfrm>
        </p:grpSpPr>
        <p:sp>
          <p:nvSpPr>
            <p:cNvPr id="63" name="Google Shape;63;p13"/>
            <p:cNvSpPr/>
            <p:nvPr/>
          </p:nvSpPr>
          <p:spPr>
            <a:xfrm>
              <a:off x="7312075" y="834700"/>
              <a:ext cx="1022400" cy="438000"/>
            </a:xfrm>
            <a:prstGeom prst="roundRect">
              <a:avLst>
                <a:gd name="adj" fmla="val 50000"/>
              </a:avLst>
            </a:prstGeom>
            <a:noFill/>
            <a:ln w="114300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64" name="Google Shape;64;p13"/>
            <p:cNvSpPr/>
            <p:nvPr/>
          </p:nvSpPr>
          <p:spPr>
            <a:xfrm>
              <a:off x="7312075" y="1363499"/>
              <a:ext cx="1022400" cy="438000"/>
            </a:xfrm>
            <a:prstGeom prst="roundRect">
              <a:avLst>
                <a:gd name="adj" fmla="val 50000"/>
              </a:avLst>
            </a:prstGeom>
            <a:noFill/>
            <a:ln w="114300" cap="flat" cmpd="sng">
              <a:solidFill>
                <a:schemeClr val="accent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accent2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65" name="Google Shape;65;p13"/>
          <p:cNvSpPr txBox="1">
            <a:spLocks noGrp="1"/>
          </p:cNvSpPr>
          <p:nvPr>
            <p:ph type="subTitle" idx="1"/>
          </p:nvPr>
        </p:nvSpPr>
        <p:spPr>
          <a:xfrm>
            <a:off x="4897375" y="2609925"/>
            <a:ext cx="3679800" cy="4527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lus Jakarta Sans Medium"/>
              <a:buNone/>
              <a:defRPr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9pPr>
          </a:lstStyle>
          <a:p>
            <a:endParaRPr/>
          </a:p>
        </p:txBody>
      </p:sp>
      <p:sp>
        <p:nvSpPr>
          <p:cNvPr id="66" name="Google Shape;66;p13"/>
          <p:cNvSpPr txBox="1">
            <a:spLocks noGrp="1"/>
          </p:cNvSpPr>
          <p:nvPr>
            <p:ph type="title"/>
          </p:nvPr>
        </p:nvSpPr>
        <p:spPr>
          <a:xfrm>
            <a:off x="563400" y="3695700"/>
            <a:ext cx="3679800" cy="938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600">
                <a:solidFill>
                  <a:schemeClr val="accent5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600">
                <a:solidFill>
                  <a:schemeClr val="accent5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600">
                <a:solidFill>
                  <a:schemeClr val="accent5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600">
                <a:solidFill>
                  <a:schemeClr val="accent5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600">
                <a:solidFill>
                  <a:schemeClr val="accent5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600">
                <a:solidFill>
                  <a:schemeClr val="accent5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600">
                <a:solidFill>
                  <a:schemeClr val="accent5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600">
                <a:solidFill>
                  <a:schemeClr val="accent5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600">
                <a:solidFill>
                  <a:schemeClr val="accent5"/>
                </a:solidFill>
                <a:latin typeface="Plus Jakarta Sans Medium"/>
                <a:ea typeface="Plus Jakarta Sans Medium"/>
                <a:cs typeface="Plus Jakarta Sans Medium"/>
                <a:sym typeface="Plus Jakarta Sans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ver">
  <p:cSld name="BLANK_1_3">
    <p:bg>
      <p:bgPr>
        <a:solidFill>
          <a:schemeClr val="accent5"/>
        </a:solid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71;p15"/>
          <p:cNvPicPr preferRelativeResize="0"/>
          <p:nvPr/>
        </p:nvPicPr>
        <p:blipFill rotWithShape="1">
          <a:blip r:embed="rId2">
            <a:alphaModFix amt="60000"/>
          </a:blip>
          <a:srcRect b="4816"/>
          <a:stretch/>
        </p:blipFill>
        <p:spPr>
          <a:xfrm>
            <a:off x="277500" y="277500"/>
            <a:ext cx="8589000" cy="4599000"/>
          </a:xfrm>
          <a:prstGeom prst="roundRect">
            <a:avLst>
              <a:gd name="adj" fmla="val 13515"/>
            </a:avLst>
          </a:prstGeom>
          <a:noFill/>
          <a:ln>
            <a:noFill/>
          </a:ln>
        </p:spPr>
      </p:pic>
      <p:sp>
        <p:nvSpPr>
          <p:cNvPr id="72" name="Google Shape;72;p15"/>
          <p:cNvSpPr txBox="1">
            <a:spLocks noGrp="1"/>
          </p:cNvSpPr>
          <p:nvPr>
            <p:ph type="subTitle" idx="1"/>
          </p:nvPr>
        </p:nvSpPr>
        <p:spPr>
          <a:xfrm>
            <a:off x="821004" y="4044275"/>
            <a:ext cx="5859300" cy="452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9pPr>
          </a:lstStyle>
          <a:p>
            <a:endParaRPr/>
          </a:p>
        </p:txBody>
      </p:sp>
      <p:cxnSp>
        <p:nvCxnSpPr>
          <p:cNvPr id="73" name="Google Shape;73;p15"/>
          <p:cNvCxnSpPr/>
          <p:nvPr/>
        </p:nvCxnSpPr>
        <p:spPr>
          <a:xfrm>
            <a:off x="805650" y="792575"/>
            <a:ext cx="75471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" name="Google Shape;74;p15"/>
          <p:cNvCxnSpPr/>
          <p:nvPr/>
        </p:nvCxnSpPr>
        <p:spPr>
          <a:xfrm>
            <a:off x="805650" y="4521775"/>
            <a:ext cx="75471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5" name="Google Shape;75;p15"/>
          <p:cNvSpPr txBox="1">
            <a:spLocks noGrp="1"/>
          </p:cNvSpPr>
          <p:nvPr>
            <p:ph type="subTitle" idx="2"/>
          </p:nvPr>
        </p:nvSpPr>
        <p:spPr>
          <a:xfrm>
            <a:off x="805651" y="582750"/>
            <a:ext cx="1743300" cy="123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5"/>
          <p:cNvSpPr txBox="1">
            <a:spLocks noGrp="1"/>
          </p:cNvSpPr>
          <p:nvPr>
            <p:ph type="subTitle" idx="3"/>
          </p:nvPr>
        </p:nvSpPr>
        <p:spPr>
          <a:xfrm>
            <a:off x="2679901" y="582750"/>
            <a:ext cx="1743300" cy="123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5"/>
          <p:cNvSpPr txBox="1">
            <a:spLocks noGrp="1"/>
          </p:cNvSpPr>
          <p:nvPr>
            <p:ph type="subTitle" idx="4"/>
          </p:nvPr>
        </p:nvSpPr>
        <p:spPr>
          <a:xfrm>
            <a:off x="7677976" y="582750"/>
            <a:ext cx="1743300" cy="123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8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zeret Mono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5"/>
          <p:cNvSpPr txBox="1">
            <a:spLocks noGrp="1"/>
          </p:cNvSpPr>
          <p:nvPr>
            <p:ph type="title"/>
          </p:nvPr>
        </p:nvSpPr>
        <p:spPr>
          <a:xfrm>
            <a:off x="795525" y="2323100"/>
            <a:ext cx="4838100" cy="14532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- Alt 2">
  <p:cSld name="BLANK_1_1_1">
    <p:bg>
      <p:bgPr>
        <a:solidFill>
          <a:schemeClr val="accent5"/>
        </a:solidFill>
        <a:effectLst/>
      </p:bgPr>
    </p:bg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Google Shape;80;p16"/>
          <p:cNvGrpSpPr/>
          <p:nvPr/>
        </p:nvGrpSpPr>
        <p:grpSpPr>
          <a:xfrm>
            <a:off x="277515" y="277501"/>
            <a:ext cx="8589075" cy="4593888"/>
            <a:chOff x="277500" y="277500"/>
            <a:chExt cx="8589075" cy="4593888"/>
          </a:xfrm>
        </p:grpSpPr>
        <p:pic>
          <p:nvPicPr>
            <p:cNvPr id="81" name="Google Shape;81;p16"/>
            <p:cNvPicPr preferRelativeResize="0"/>
            <p:nvPr/>
          </p:nvPicPr>
          <p:blipFill>
            <a:blip r:embed="rId2">
              <a:alphaModFix amt="10000"/>
            </a:blip>
            <a:stretch>
              <a:fillRect/>
            </a:stretch>
          </p:blipFill>
          <p:spPr>
            <a:xfrm>
              <a:off x="277575" y="277500"/>
              <a:ext cx="8589000" cy="459388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82" name="Google Shape;82;p16"/>
            <p:cNvSpPr/>
            <p:nvPr/>
          </p:nvSpPr>
          <p:spPr>
            <a:xfrm>
              <a:off x="277500" y="277500"/>
              <a:ext cx="8589000" cy="4582500"/>
            </a:xfrm>
            <a:prstGeom prst="roundRect">
              <a:avLst>
                <a:gd name="adj" fmla="val 6093"/>
              </a:avLst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endParaRPr>
            </a:p>
          </p:txBody>
        </p:sp>
      </p:grpSp>
      <p:sp>
        <p:nvSpPr>
          <p:cNvPr id="83" name="Google Shape;83;p16"/>
          <p:cNvSpPr/>
          <p:nvPr/>
        </p:nvSpPr>
        <p:spPr>
          <a:xfrm>
            <a:off x="601356" y="3751056"/>
            <a:ext cx="576000" cy="5760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lt1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84" name="Google Shape;84;p16"/>
          <p:cNvSpPr/>
          <p:nvPr/>
        </p:nvSpPr>
        <p:spPr>
          <a:xfrm>
            <a:off x="651558" y="3801258"/>
            <a:ext cx="475500" cy="4755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700">
              <a:solidFill>
                <a:schemeClr val="lt1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85" name="Google Shape;85;p16"/>
          <p:cNvSpPr txBox="1">
            <a:spLocks noGrp="1"/>
          </p:cNvSpPr>
          <p:nvPr>
            <p:ph type="subTitle" idx="1"/>
          </p:nvPr>
        </p:nvSpPr>
        <p:spPr>
          <a:xfrm>
            <a:off x="601325" y="3751025"/>
            <a:ext cx="576000" cy="576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mo"/>
              <a:buNone/>
              <a:defRPr sz="1600">
                <a:solidFill>
                  <a:schemeClr val="lt1"/>
                </a:solidFill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mo"/>
              <a:buNone/>
              <a:defRPr>
                <a:solidFill>
                  <a:schemeClr val="lt1"/>
                </a:solidFill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mo"/>
              <a:buNone/>
              <a:defRPr>
                <a:solidFill>
                  <a:schemeClr val="lt1"/>
                </a:solidFill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mo"/>
              <a:buNone/>
              <a:defRPr>
                <a:solidFill>
                  <a:schemeClr val="lt1"/>
                </a:solidFill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mo"/>
              <a:buNone/>
              <a:defRPr>
                <a:solidFill>
                  <a:schemeClr val="lt1"/>
                </a:solidFill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mo"/>
              <a:buNone/>
              <a:defRPr>
                <a:solidFill>
                  <a:schemeClr val="lt1"/>
                </a:solidFill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mo"/>
              <a:buNone/>
              <a:defRPr>
                <a:solidFill>
                  <a:schemeClr val="lt1"/>
                </a:solidFill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mo"/>
              <a:buNone/>
              <a:defRPr>
                <a:solidFill>
                  <a:schemeClr val="lt1"/>
                </a:solidFill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mo"/>
              <a:buNone/>
              <a:defRPr>
                <a:solidFill>
                  <a:schemeClr val="lt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cxnSp>
        <p:nvCxnSpPr>
          <p:cNvPr id="86" name="Google Shape;86;p16"/>
          <p:cNvCxnSpPr/>
          <p:nvPr/>
        </p:nvCxnSpPr>
        <p:spPr>
          <a:xfrm rot="10800000">
            <a:off x="1341900" y="4039025"/>
            <a:ext cx="10146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oval" w="med" len="med"/>
            <a:tailEnd type="none" w="med" len="med"/>
          </a:ln>
        </p:spPr>
      </p:cxnSp>
      <p:sp>
        <p:nvSpPr>
          <p:cNvPr id="87" name="Google Shape;87;p16"/>
          <p:cNvSpPr txBox="1">
            <a:spLocks noGrp="1"/>
          </p:cNvSpPr>
          <p:nvPr>
            <p:ph type="sldNum" idx="12"/>
          </p:nvPr>
        </p:nvSpPr>
        <p:spPr>
          <a:xfrm>
            <a:off x="8208648" y="4749900"/>
            <a:ext cx="657900" cy="1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0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pPr marL="0" lvl="0" indent="-4445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mo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8" name="Google Shape;88;p16"/>
          <p:cNvSpPr txBox="1">
            <a:spLocks noGrp="1"/>
          </p:cNvSpPr>
          <p:nvPr>
            <p:ph type="title"/>
          </p:nvPr>
        </p:nvSpPr>
        <p:spPr>
          <a:xfrm>
            <a:off x="2598475" y="3493075"/>
            <a:ext cx="5985300" cy="99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45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45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45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45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45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45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45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45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peakers">
  <p:cSld name="CUSTOM_23">
    <p:bg>
      <p:bgPr>
        <a:solidFill>
          <a:schemeClr val="accent5"/>
        </a:solidFill>
        <a:effectLst/>
      </p:bgPr>
    </p:bg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7"/>
          <p:cNvSpPr>
            <a:spLocks noGrp="1"/>
          </p:cNvSpPr>
          <p:nvPr>
            <p:ph type="pic" idx="2"/>
          </p:nvPr>
        </p:nvSpPr>
        <p:spPr>
          <a:xfrm>
            <a:off x="277500" y="1963600"/>
            <a:ext cx="1333800" cy="1337100"/>
          </a:xfrm>
          <a:prstGeom prst="roundRect">
            <a:avLst>
              <a:gd name="adj" fmla="val 14278"/>
            </a:avLst>
          </a:prstGeom>
          <a:noFill/>
          <a:ln>
            <a:noFill/>
          </a:ln>
        </p:spPr>
      </p:sp>
      <p:sp>
        <p:nvSpPr>
          <p:cNvPr id="91" name="Google Shape;91;p17"/>
          <p:cNvSpPr>
            <a:spLocks noGrp="1"/>
          </p:cNvSpPr>
          <p:nvPr>
            <p:ph type="pic" idx="3"/>
          </p:nvPr>
        </p:nvSpPr>
        <p:spPr>
          <a:xfrm>
            <a:off x="1728225" y="1963600"/>
            <a:ext cx="1333800" cy="1337100"/>
          </a:xfrm>
          <a:prstGeom prst="roundRect">
            <a:avLst>
              <a:gd name="adj" fmla="val 14278"/>
            </a:avLst>
          </a:prstGeom>
          <a:noFill/>
          <a:ln>
            <a:noFill/>
          </a:ln>
        </p:spPr>
      </p:sp>
      <p:sp>
        <p:nvSpPr>
          <p:cNvPr id="92" name="Google Shape;92;p17"/>
          <p:cNvSpPr>
            <a:spLocks noGrp="1"/>
          </p:cNvSpPr>
          <p:nvPr>
            <p:ph type="pic" idx="4"/>
          </p:nvPr>
        </p:nvSpPr>
        <p:spPr>
          <a:xfrm>
            <a:off x="3179025" y="1963600"/>
            <a:ext cx="1333800" cy="1337100"/>
          </a:xfrm>
          <a:prstGeom prst="roundRect">
            <a:avLst>
              <a:gd name="adj" fmla="val 14278"/>
            </a:avLst>
          </a:prstGeom>
          <a:noFill/>
          <a:ln>
            <a:noFill/>
          </a:ln>
        </p:spPr>
      </p:sp>
      <p:sp>
        <p:nvSpPr>
          <p:cNvPr id="93" name="Google Shape;93;p17"/>
          <p:cNvSpPr>
            <a:spLocks noGrp="1"/>
          </p:cNvSpPr>
          <p:nvPr>
            <p:ph type="pic" idx="5"/>
          </p:nvPr>
        </p:nvSpPr>
        <p:spPr>
          <a:xfrm>
            <a:off x="4629825" y="1963600"/>
            <a:ext cx="1333800" cy="1337100"/>
          </a:xfrm>
          <a:prstGeom prst="roundRect">
            <a:avLst>
              <a:gd name="adj" fmla="val 14278"/>
            </a:avLst>
          </a:prstGeom>
          <a:noFill/>
          <a:ln>
            <a:noFill/>
          </a:ln>
        </p:spPr>
      </p:sp>
      <p:sp>
        <p:nvSpPr>
          <p:cNvPr id="94" name="Google Shape;94;p17"/>
          <p:cNvSpPr>
            <a:spLocks noGrp="1"/>
          </p:cNvSpPr>
          <p:nvPr>
            <p:ph type="pic" idx="6"/>
          </p:nvPr>
        </p:nvSpPr>
        <p:spPr>
          <a:xfrm>
            <a:off x="6080625" y="1963600"/>
            <a:ext cx="1333800" cy="1337100"/>
          </a:xfrm>
          <a:prstGeom prst="roundRect">
            <a:avLst>
              <a:gd name="adj" fmla="val 14278"/>
            </a:avLst>
          </a:prstGeom>
          <a:noFill/>
          <a:ln>
            <a:noFill/>
          </a:ln>
        </p:spPr>
      </p:sp>
      <p:sp>
        <p:nvSpPr>
          <p:cNvPr id="95" name="Google Shape;95;p17"/>
          <p:cNvSpPr>
            <a:spLocks noGrp="1"/>
          </p:cNvSpPr>
          <p:nvPr>
            <p:ph type="pic" idx="7"/>
          </p:nvPr>
        </p:nvSpPr>
        <p:spPr>
          <a:xfrm>
            <a:off x="7531425" y="1963600"/>
            <a:ext cx="1333800" cy="1337100"/>
          </a:xfrm>
          <a:prstGeom prst="roundRect">
            <a:avLst>
              <a:gd name="adj" fmla="val 14278"/>
            </a:avLst>
          </a:prstGeom>
          <a:noFill/>
          <a:ln>
            <a:noFill/>
          </a:ln>
        </p:spPr>
      </p:sp>
      <p:sp>
        <p:nvSpPr>
          <p:cNvPr id="96" name="Google Shape;96;p17"/>
          <p:cNvSpPr txBox="1">
            <a:spLocks noGrp="1"/>
          </p:cNvSpPr>
          <p:nvPr>
            <p:ph type="sldNum" idx="12"/>
          </p:nvPr>
        </p:nvSpPr>
        <p:spPr>
          <a:xfrm>
            <a:off x="8208648" y="4749900"/>
            <a:ext cx="657900" cy="1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0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pPr marL="0" lvl="0" indent="-4445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mo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7" name="Google Shape;97;p17"/>
          <p:cNvSpPr txBox="1">
            <a:spLocks noGrp="1"/>
          </p:cNvSpPr>
          <p:nvPr>
            <p:ph type="title"/>
          </p:nvPr>
        </p:nvSpPr>
        <p:spPr>
          <a:xfrm>
            <a:off x="277500" y="577275"/>
            <a:ext cx="7137000" cy="994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9pPr>
          </a:lstStyle>
          <a:p>
            <a:endParaRPr/>
          </a:p>
        </p:txBody>
      </p:sp>
      <p:sp>
        <p:nvSpPr>
          <p:cNvPr id="98" name="Google Shape;98;p17"/>
          <p:cNvSpPr txBox="1">
            <a:spLocks noGrp="1"/>
          </p:cNvSpPr>
          <p:nvPr>
            <p:ph type="body" idx="1"/>
          </p:nvPr>
        </p:nvSpPr>
        <p:spPr>
          <a:xfrm>
            <a:off x="370644" y="4380300"/>
            <a:ext cx="1333800" cy="561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/>
            </a:lvl1pPr>
            <a:lvl2pPr marL="914400" lvl="1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/>
            </a:lvl2pPr>
            <a:lvl3pPr marL="1371600" lvl="2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/>
            </a:lvl3pPr>
            <a:lvl4pPr marL="1828800" lvl="3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/>
            </a:lvl4pPr>
            <a:lvl5pPr marL="2286000" lvl="4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/>
            </a:lvl5pPr>
            <a:lvl6pPr marL="2743200" lvl="5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/>
            </a:lvl6pPr>
            <a:lvl7pPr marL="3200400" lvl="6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/>
            </a:lvl7pPr>
            <a:lvl8pPr marL="3657600" lvl="7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/>
            </a:lvl8pPr>
            <a:lvl9pPr marL="4114800" lvl="8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/>
            </a:lvl9pPr>
          </a:lstStyle>
          <a:p>
            <a:endParaRPr/>
          </a:p>
        </p:txBody>
      </p:sp>
      <p:sp>
        <p:nvSpPr>
          <p:cNvPr id="99" name="Google Shape;99;p17"/>
          <p:cNvSpPr txBox="1">
            <a:spLocks noGrp="1"/>
          </p:cNvSpPr>
          <p:nvPr>
            <p:ph type="body" idx="8"/>
          </p:nvPr>
        </p:nvSpPr>
        <p:spPr>
          <a:xfrm>
            <a:off x="1821624" y="4380300"/>
            <a:ext cx="1333800" cy="561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/>
            </a:lvl1pPr>
            <a:lvl2pPr marL="914400" lvl="1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/>
            </a:lvl2pPr>
            <a:lvl3pPr marL="1371600" lvl="2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/>
            </a:lvl3pPr>
            <a:lvl4pPr marL="1828800" lvl="3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/>
            </a:lvl4pPr>
            <a:lvl5pPr marL="2286000" lvl="4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/>
            </a:lvl5pPr>
            <a:lvl6pPr marL="2743200" lvl="5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/>
            </a:lvl6pPr>
            <a:lvl7pPr marL="3200400" lvl="6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/>
            </a:lvl7pPr>
            <a:lvl8pPr marL="3657600" lvl="7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/>
            </a:lvl8pPr>
            <a:lvl9pPr marL="4114800" lvl="8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/>
            </a:lvl9pPr>
          </a:lstStyle>
          <a:p>
            <a:endParaRPr/>
          </a:p>
        </p:txBody>
      </p:sp>
      <p:sp>
        <p:nvSpPr>
          <p:cNvPr id="100" name="Google Shape;100;p17"/>
          <p:cNvSpPr txBox="1">
            <a:spLocks noGrp="1"/>
          </p:cNvSpPr>
          <p:nvPr>
            <p:ph type="body" idx="9"/>
          </p:nvPr>
        </p:nvSpPr>
        <p:spPr>
          <a:xfrm>
            <a:off x="3272604" y="4380300"/>
            <a:ext cx="1333800" cy="561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/>
            </a:lvl1pPr>
            <a:lvl2pPr marL="914400" lvl="1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/>
            </a:lvl2pPr>
            <a:lvl3pPr marL="1371600" lvl="2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/>
            </a:lvl3pPr>
            <a:lvl4pPr marL="1828800" lvl="3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/>
            </a:lvl4pPr>
            <a:lvl5pPr marL="2286000" lvl="4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/>
            </a:lvl5pPr>
            <a:lvl6pPr marL="2743200" lvl="5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/>
            </a:lvl6pPr>
            <a:lvl7pPr marL="3200400" lvl="6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/>
            </a:lvl7pPr>
            <a:lvl8pPr marL="3657600" lvl="7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/>
            </a:lvl8pPr>
            <a:lvl9pPr marL="4114800" lvl="8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/>
            </a:lvl9pPr>
          </a:lstStyle>
          <a:p>
            <a:endParaRPr/>
          </a:p>
        </p:txBody>
      </p:sp>
      <p:sp>
        <p:nvSpPr>
          <p:cNvPr id="101" name="Google Shape;101;p17"/>
          <p:cNvSpPr txBox="1">
            <a:spLocks noGrp="1"/>
          </p:cNvSpPr>
          <p:nvPr>
            <p:ph type="body" idx="13"/>
          </p:nvPr>
        </p:nvSpPr>
        <p:spPr>
          <a:xfrm>
            <a:off x="4723584" y="4380300"/>
            <a:ext cx="1333800" cy="561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/>
            </a:lvl1pPr>
            <a:lvl2pPr marL="914400" lvl="1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/>
            </a:lvl2pPr>
            <a:lvl3pPr marL="1371600" lvl="2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/>
            </a:lvl3pPr>
            <a:lvl4pPr marL="1828800" lvl="3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/>
            </a:lvl4pPr>
            <a:lvl5pPr marL="2286000" lvl="4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/>
            </a:lvl5pPr>
            <a:lvl6pPr marL="2743200" lvl="5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/>
            </a:lvl6pPr>
            <a:lvl7pPr marL="3200400" lvl="6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/>
            </a:lvl7pPr>
            <a:lvl8pPr marL="3657600" lvl="7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/>
            </a:lvl8pPr>
            <a:lvl9pPr marL="4114800" lvl="8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/>
            </a:lvl9pPr>
          </a:lstStyle>
          <a:p>
            <a:endParaRPr/>
          </a:p>
        </p:txBody>
      </p:sp>
      <p:sp>
        <p:nvSpPr>
          <p:cNvPr id="102" name="Google Shape;102;p17"/>
          <p:cNvSpPr txBox="1">
            <a:spLocks noGrp="1"/>
          </p:cNvSpPr>
          <p:nvPr>
            <p:ph type="body" idx="14"/>
          </p:nvPr>
        </p:nvSpPr>
        <p:spPr>
          <a:xfrm>
            <a:off x="6174564" y="4380300"/>
            <a:ext cx="1333800" cy="561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/>
            </a:lvl1pPr>
            <a:lvl2pPr marL="914400" lvl="1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/>
            </a:lvl2pPr>
            <a:lvl3pPr marL="1371600" lvl="2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/>
            </a:lvl3pPr>
            <a:lvl4pPr marL="1828800" lvl="3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/>
            </a:lvl4pPr>
            <a:lvl5pPr marL="2286000" lvl="4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/>
            </a:lvl5pPr>
            <a:lvl6pPr marL="2743200" lvl="5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/>
            </a:lvl6pPr>
            <a:lvl7pPr marL="3200400" lvl="6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/>
            </a:lvl7pPr>
            <a:lvl8pPr marL="3657600" lvl="7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/>
            </a:lvl8pPr>
            <a:lvl9pPr marL="4114800" lvl="8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/>
            </a:lvl9pPr>
          </a:lstStyle>
          <a:p>
            <a:endParaRPr/>
          </a:p>
        </p:txBody>
      </p:sp>
      <p:sp>
        <p:nvSpPr>
          <p:cNvPr id="103" name="Google Shape;103;p17"/>
          <p:cNvSpPr txBox="1">
            <a:spLocks noGrp="1"/>
          </p:cNvSpPr>
          <p:nvPr>
            <p:ph type="body" idx="15"/>
          </p:nvPr>
        </p:nvSpPr>
        <p:spPr>
          <a:xfrm>
            <a:off x="7625544" y="4380300"/>
            <a:ext cx="1333800" cy="561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/>
            </a:lvl1pPr>
            <a:lvl2pPr marL="914400" lvl="1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/>
            </a:lvl2pPr>
            <a:lvl3pPr marL="1371600" lvl="2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/>
            </a:lvl3pPr>
            <a:lvl4pPr marL="1828800" lvl="3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/>
            </a:lvl4pPr>
            <a:lvl5pPr marL="2286000" lvl="4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/>
            </a:lvl5pPr>
            <a:lvl6pPr marL="2743200" lvl="5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/>
            </a:lvl6pPr>
            <a:lvl7pPr marL="3200400" lvl="6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/>
            </a:lvl7pPr>
            <a:lvl8pPr marL="3657600" lvl="7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/>
            </a:lvl8pPr>
            <a:lvl9pPr marL="4114800" lvl="8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/>
            </a:lvl9pPr>
          </a:lstStyle>
          <a:p>
            <a:endParaRPr/>
          </a:p>
        </p:txBody>
      </p:sp>
      <p:sp>
        <p:nvSpPr>
          <p:cNvPr id="104" name="Google Shape;104;p17"/>
          <p:cNvSpPr txBox="1">
            <a:spLocks noGrp="1"/>
          </p:cNvSpPr>
          <p:nvPr>
            <p:ph type="subTitle" idx="16"/>
          </p:nvPr>
        </p:nvSpPr>
        <p:spPr>
          <a:xfrm>
            <a:off x="370650" y="3810800"/>
            <a:ext cx="1248000" cy="53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105" name="Google Shape;105;p17"/>
          <p:cNvSpPr txBox="1">
            <a:spLocks noGrp="1"/>
          </p:cNvSpPr>
          <p:nvPr>
            <p:ph type="subTitle" idx="17"/>
          </p:nvPr>
        </p:nvSpPr>
        <p:spPr>
          <a:xfrm>
            <a:off x="1821493" y="3810800"/>
            <a:ext cx="1248000" cy="53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106" name="Google Shape;106;p17"/>
          <p:cNvSpPr txBox="1">
            <a:spLocks noGrp="1"/>
          </p:cNvSpPr>
          <p:nvPr>
            <p:ph type="subTitle" idx="18"/>
          </p:nvPr>
        </p:nvSpPr>
        <p:spPr>
          <a:xfrm>
            <a:off x="3272343" y="3810800"/>
            <a:ext cx="1248000" cy="53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107" name="Google Shape;107;p17"/>
          <p:cNvSpPr txBox="1">
            <a:spLocks noGrp="1"/>
          </p:cNvSpPr>
          <p:nvPr>
            <p:ph type="subTitle" idx="19"/>
          </p:nvPr>
        </p:nvSpPr>
        <p:spPr>
          <a:xfrm>
            <a:off x="4723193" y="3810800"/>
            <a:ext cx="1248000" cy="53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108" name="Google Shape;108;p17"/>
          <p:cNvSpPr txBox="1">
            <a:spLocks noGrp="1"/>
          </p:cNvSpPr>
          <p:nvPr>
            <p:ph type="subTitle" idx="20"/>
          </p:nvPr>
        </p:nvSpPr>
        <p:spPr>
          <a:xfrm>
            <a:off x="6174375" y="3810800"/>
            <a:ext cx="1248000" cy="53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109" name="Google Shape;109;p17"/>
          <p:cNvSpPr txBox="1">
            <a:spLocks noGrp="1"/>
          </p:cNvSpPr>
          <p:nvPr>
            <p:ph type="subTitle" idx="21"/>
          </p:nvPr>
        </p:nvSpPr>
        <p:spPr>
          <a:xfrm>
            <a:off x="7625550" y="3810800"/>
            <a:ext cx="1248000" cy="53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Arimo"/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110" name="Google Shape;110;p17"/>
          <p:cNvSpPr txBox="1">
            <a:spLocks noGrp="1"/>
          </p:cNvSpPr>
          <p:nvPr>
            <p:ph type="subTitle" idx="22"/>
          </p:nvPr>
        </p:nvSpPr>
        <p:spPr>
          <a:xfrm>
            <a:off x="277500" y="291038"/>
            <a:ext cx="1743300" cy="123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111" name="Google Shape;111;p17"/>
          <p:cNvSpPr txBox="1">
            <a:spLocks noGrp="1"/>
          </p:cNvSpPr>
          <p:nvPr>
            <p:ph type="subTitle" idx="23"/>
          </p:nvPr>
        </p:nvSpPr>
        <p:spPr>
          <a:xfrm>
            <a:off x="7151050" y="290218"/>
            <a:ext cx="1715400" cy="123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ive cards">
  <p:cSld name="CUSTOM_24">
    <p:bg>
      <p:bgPr>
        <a:solidFill>
          <a:schemeClr val="accent5"/>
        </a:soli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8"/>
          <p:cNvSpPr txBox="1">
            <a:spLocks noGrp="1"/>
          </p:cNvSpPr>
          <p:nvPr>
            <p:ph type="subTitle" idx="1"/>
          </p:nvPr>
        </p:nvSpPr>
        <p:spPr>
          <a:xfrm>
            <a:off x="417936" y="2908400"/>
            <a:ext cx="1337400" cy="3909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latin typeface="Arimo"/>
                <a:ea typeface="Arimo"/>
                <a:cs typeface="Arimo"/>
                <a:sym typeface="Arimo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114" name="Google Shape;114;p18"/>
          <p:cNvSpPr txBox="1">
            <a:spLocks noGrp="1"/>
          </p:cNvSpPr>
          <p:nvPr>
            <p:ph type="subTitle" idx="2"/>
          </p:nvPr>
        </p:nvSpPr>
        <p:spPr>
          <a:xfrm>
            <a:off x="2167325" y="2908400"/>
            <a:ext cx="1337400" cy="3909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latin typeface="Arimo"/>
                <a:ea typeface="Arimo"/>
                <a:cs typeface="Arimo"/>
                <a:sym typeface="Arimo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115" name="Google Shape;115;p18"/>
          <p:cNvSpPr txBox="1">
            <a:spLocks noGrp="1"/>
          </p:cNvSpPr>
          <p:nvPr>
            <p:ph type="subTitle" idx="3"/>
          </p:nvPr>
        </p:nvSpPr>
        <p:spPr>
          <a:xfrm>
            <a:off x="3905470" y="2908400"/>
            <a:ext cx="1337400" cy="3909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latin typeface="Arimo"/>
                <a:ea typeface="Arimo"/>
                <a:cs typeface="Arimo"/>
                <a:sym typeface="Arimo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116" name="Google Shape;116;p18"/>
          <p:cNvSpPr txBox="1">
            <a:spLocks noGrp="1"/>
          </p:cNvSpPr>
          <p:nvPr>
            <p:ph type="subTitle" idx="4"/>
          </p:nvPr>
        </p:nvSpPr>
        <p:spPr>
          <a:xfrm>
            <a:off x="5652384" y="2908400"/>
            <a:ext cx="1337400" cy="3909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latin typeface="Arimo"/>
                <a:ea typeface="Arimo"/>
                <a:cs typeface="Arimo"/>
                <a:sym typeface="Arimo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117" name="Google Shape;117;p18"/>
          <p:cNvSpPr txBox="1">
            <a:spLocks noGrp="1"/>
          </p:cNvSpPr>
          <p:nvPr>
            <p:ph type="subTitle" idx="5"/>
          </p:nvPr>
        </p:nvSpPr>
        <p:spPr>
          <a:xfrm>
            <a:off x="7392630" y="2908400"/>
            <a:ext cx="1337400" cy="3909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latin typeface="Arimo"/>
                <a:ea typeface="Arimo"/>
                <a:cs typeface="Arimo"/>
                <a:sym typeface="Arimo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118" name="Google Shape;118;p18"/>
          <p:cNvSpPr txBox="1">
            <a:spLocks noGrp="1"/>
          </p:cNvSpPr>
          <p:nvPr>
            <p:ph type="body" idx="6"/>
          </p:nvPr>
        </p:nvSpPr>
        <p:spPr>
          <a:xfrm>
            <a:off x="417811" y="3433000"/>
            <a:ext cx="1337400" cy="11769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>
              <a:spcBef>
                <a:spcPts val="0"/>
              </a:spcBef>
              <a:spcAft>
                <a:spcPts val="0"/>
              </a:spcAft>
              <a:buNone/>
              <a:defRPr sz="900"/>
            </a:lvl1pPr>
            <a:lvl2pPr marL="914400" lvl="1" indent="-228600">
              <a:spcBef>
                <a:spcPts val="0"/>
              </a:spcBef>
              <a:spcAft>
                <a:spcPts val="0"/>
              </a:spcAft>
              <a:buNone/>
              <a:defRPr sz="900"/>
            </a:lvl2pPr>
            <a:lvl3pPr marL="1371600" lvl="2" indent="-228600">
              <a:spcBef>
                <a:spcPts val="0"/>
              </a:spcBef>
              <a:spcAft>
                <a:spcPts val="0"/>
              </a:spcAft>
              <a:buNone/>
              <a:defRPr sz="900"/>
            </a:lvl3pPr>
            <a:lvl4pPr marL="1828800" lvl="3" indent="-228600">
              <a:spcBef>
                <a:spcPts val="0"/>
              </a:spcBef>
              <a:spcAft>
                <a:spcPts val="0"/>
              </a:spcAft>
              <a:buNone/>
              <a:defRPr sz="900"/>
            </a:lvl4pPr>
            <a:lvl5pPr marL="2286000" lvl="4" indent="-228600">
              <a:spcBef>
                <a:spcPts val="0"/>
              </a:spcBef>
              <a:spcAft>
                <a:spcPts val="0"/>
              </a:spcAft>
              <a:buNone/>
              <a:defRPr sz="900"/>
            </a:lvl5pPr>
            <a:lvl6pPr marL="2743200" lvl="5" indent="-228600">
              <a:spcBef>
                <a:spcPts val="0"/>
              </a:spcBef>
              <a:spcAft>
                <a:spcPts val="0"/>
              </a:spcAft>
              <a:buNone/>
              <a:defRPr sz="900"/>
            </a:lvl6pPr>
            <a:lvl7pPr marL="3200400" lvl="6" indent="-228600">
              <a:spcBef>
                <a:spcPts val="0"/>
              </a:spcBef>
              <a:spcAft>
                <a:spcPts val="0"/>
              </a:spcAft>
              <a:buNone/>
              <a:defRPr sz="900"/>
            </a:lvl7pPr>
            <a:lvl8pPr marL="3657600" lvl="7" indent="-228600">
              <a:spcBef>
                <a:spcPts val="0"/>
              </a:spcBef>
              <a:spcAft>
                <a:spcPts val="0"/>
              </a:spcAft>
              <a:buNone/>
              <a:defRPr sz="900"/>
            </a:lvl8pPr>
            <a:lvl9pPr marL="4114800" lvl="8" indent="-228600">
              <a:spcBef>
                <a:spcPts val="0"/>
              </a:spcBef>
              <a:spcAft>
                <a:spcPts val="0"/>
              </a:spcAft>
              <a:buNone/>
              <a:defRPr sz="900"/>
            </a:lvl9pPr>
          </a:lstStyle>
          <a:p>
            <a:endParaRPr/>
          </a:p>
        </p:txBody>
      </p:sp>
      <p:sp>
        <p:nvSpPr>
          <p:cNvPr id="119" name="Google Shape;119;p18"/>
          <p:cNvSpPr txBox="1">
            <a:spLocks noGrp="1"/>
          </p:cNvSpPr>
          <p:nvPr>
            <p:ph type="body" idx="7"/>
          </p:nvPr>
        </p:nvSpPr>
        <p:spPr>
          <a:xfrm>
            <a:off x="2167325" y="3433000"/>
            <a:ext cx="1337400" cy="117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228600">
              <a:spcBef>
                <a:spcPts val="0"/>
              </a:spcBef>
              <a:spcAft>
                <a:spcPts val="0"/>
              </a:spcAft>
              <a:buNone/>
              <a:defRPr sz="900"/>
            </a:lvl1pPr>
            <a:lvl2pPr marL="914400" lvl="1" indent="-228600">
              <a:spcBef>
                <a:spcPts val="0"/>
              </a:spcBef>
              <a:spcAft>
                <a:spcPts val="0"/>
              </a:spcAft>
              <a:buNone/>
              <a:defRPr sz="900"/>
            </a:lvl2pPr>
            <a:lvl3pPr marL="1371600" lvl="2" indent="-228600">
              <a:spcBef>
                <a:spcPts val="0"/>
              </a:spcBef>
              <a:spcAft>
                <a:spcPts val="0"/>
              </a:spcAft>
              <a:buNone/>
              <a:defRPr sz="900"/>
            </a:lvl3pPr>
            <a:lvl4pPr marL="1828800" lvl="3" indent="-228600">
              <a:spcBef>
                <a:spcPts val="0"/>
              </a:spcBef>
              <a:spcAft>
                <a:spcPts val="0"/>
              </a:spcAft>
              <a:buNone/>
              <a:defRPr sz="900"/>
            </a:lvl4pPr>
            <a:lvl5pPr marL="2286000" lvl="4" indent="-228600">
              <a:spcBef>
                <a:spcPts val="0"/>
              </a:spcBef>
              <a:spcAft>
                <a:spcPts val="0"/>
              </a:spcAft>
              <a:buNone/>
              <a:defRPr sz="900"/>
            </a:lvl5pPr>
            <a:lvl6pPr marL="2743200" lvl="5" indent="-228600">
              <a:spcBef>
                <a:spcPts val="0"/>
              </a:spcBef>
              <a:spcAft>
                <a:spcPts val="0"/>
              </a:spcAft>
              <a:buNone/>
              <a:defRPr sz="900"/>
            </a:lvl6pPr>
            <a:lvl7pPr marL="3200400" lvl="6" indent="-228600">
              <a:spcBef>
                <a:spcPts val="0"/>
              </a:spcBef>
              <a:spcAft>
                <a:spcPts val="0"/>
              </a:spcAft>
              <a:buNone/>
              <a:defRPr sz="900"/>
            </a:lvl7pPr>
            <a:lvl8pPr marL="3657600" lvl="7" indent="-228600">
              <a:spcBef>
                <a:spcPts val="0"/>
              </a:spcBef>
              <a:spcAft>
                <a:spcPts val="0"/>
              </a:spcAft>
              <a:buNone/>
              <a:defRPr sz="900"/>
            </a:lvl8pPr>
            <a:lvl9pPr marL="4114800" lvl="8" indent="-228600">
              <a:spcBef>
                <a:spcPts val="0"/>
              </a:spcBef>
              <a:spcAft>
                <a:spcPts val="0"/>
              </a:spcAft>
              <a:buNone/>
              <a:defRPr sz="900"/>
            </a:lvl9pPr>
          </a:lstStyle>
          <a:p>
            <a:endParaRPr/>
          </a:p>
        </p:txBody>
      </p:sp>
      <p:sp>
        <p:nvSpPr>
          <p:cNvPr id="120" name="Google Shape;120;p18"/>
          <p:cNvSpPr txBox="1">
            <a:spLocks noGrp="1"/>
          </p:cNvSpPr>
          <p:nvPr>
            <p:ph type="body" idx="8"/>
          </p:nvPr>
        </p:nvSpPr>
        <p:spPr>
          <a:xfrm>
            <a:off x="3903300" y="3433000"/>
            <a:ext cx="1337400" cy="117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228600">
              <a:spcBef>
                <a:spcPts val="0"/>
              </a:spcBef>
              <a:spcAft>
                <a:spcPts val="0"/>
              </a:spcAft>
              <a:buNone/>
              <a:defRPr sz="900"/>
            </a:lvl1pPr>
            <a:lvl2pPr marL="914400" lvl="1" indent="-228600">
              <a:spcBef>
                <a:spcPts val="0"/>
              </a:spcBef>
              <a:spcAft>
                <a:spcPts val="0"/>
              </a:spcAft>
              <a:buNone/>
              <a:defRPr sz="900"/>
            </a:lvl2pPr>
            <a:lvl3pPr marL="1371600" lvl="2" indent="-228600">
              <a:spcBef>
                <a:spcPts val="0"/>
              </a:spcBef>
              <a:spcAft>
                <a:spcPts val="0"/>
              </a:spcAft>
              <a:buNone/>
              <a:defRPr sz="900"/>
            </a:lvl3pPr>
            <a:lvl4pPr marL="1828800" lvl="3" indent="-228600">
              <a:spcBef>
                <a:spcPts val="0"/>
              </a:spcBef>
              <a:spcAft>
                <a:spcPts val="0"/>
              </a:spcAft>
              <a:buNone/>
              <a:defRPr sz="900"/>
            </a:lvl4pPr>
            <a:lvl5pPr marL="2286000" lvl="4" indent="-228600">
              <a:spcBef>
                <a:spcPts val="0"/>
              </a:spcBef>
              <a:spcAft>
                <a:spcPts val="0"/>
              </a:spcAft>
              <a:buNone/>
              <a:defRPr sz="900"/>
            </a:lvl5pPr>
            <a:lvl6pPr marL="2743200" lvl="5" indent="-228600">
              <a:spcBef>
                <a:spcPts val="0"/>
              </a:spcBef>
              <a:spcAft>
                <a:spcPts val="0"/>
              </a:spcAft>
              <a:buNone/>
              <a:defRPr sz="900"/>
            </a:lvl6pPr>
            <a:lvl7pPr marL="3200400" lvl="6" indent="-228600">
              <a:spcBef>
                <a:spcPts val="0"/>
              </a:spcBef>
              <a:spcAft>
                <a:spcPts val="0"/>
              </a:spcAft>
              <a:buNone/>
              <a:defRPr sz="900"/>
            </a:lvl7pPr>
            <a:lvl8pPr marL="3657600" lvl="7" indent="-228600">
              <a:spcBef>
                <a:spcPts val="0"/>
              </a:spcBef>
              <a:spcAft>
                <a:spcPts val="0"/>
              </a:spcAft>
              <a:buNone/>
              <a:defRPr sz="900"/>
            </a:lvl8pPr>
            <a:lvl9pPr marL="4114800" lvl="8" indent="-228600">
              <a:spcBef>
                <a:spcPts val="0"/>
              </a:spcBef>
              <a:spcAft>
                <a:spcPts val="0"/>
              </a:spcAft>
              <a:buNone/>
              <a:defRPr sz="900"/>
            </a:lvl9pPr>
          </a:lstStyle>
          <a:p>
            <a:endParaRPr/>
          </a:p>
        </p:txBody>
      </p:sp>
      <p:sp>
        <p:nvSpPr>
          <p:cNvPr id="121" name="Google Shape;121;p18"/>
          <p:cNvSpPr txBox="1">
            <a:spLocks noGrp="1"/>
          </p:cNvSpPr>
          <p:nvPr>
            <p:ph type="body" idx="9"/>
          </p:nvPr>
        </p:nvSpPr>
        <p:spPr>
          <a:xfrm>
            <a:off x="5648625" y="3433000"/>
            <a:ext cx="1337400" cy="117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228600">
              <a:spcBef>
                <a:spcPts val="0"/>
              </a:spcBef>
              <a:spcAft>
                <a:spcPts val="0"/>
              </a:spcAft>
              <a:buNone/>
              <a:defRPr sz="900"/>
            </a:lvl1pPr>
            <a:lvl2pPr marL="914400" lvl="1" indent="-228600">
              <a:spcBef>
                <a:spcPts val="0"/>
              </a:spcBef>
              <a:spcAft>
                <a:spcPts val="0"/>
              </a:spcAft>
              <a:buNone/>
              <a:defRPr sz="900"/>
            </a:lvl2pPr>
            <a:lvl3pPr marL="1371600" lvl="2" indent="-228600">
              <a:spcBef>
                <a:spcPts val="0"/>
              </a:spcBef>
              <a:spcAft>
                <a:spcPts val="0"/>
              </a:spcAft>
              <a:buNone/>
              <a:defRPr sz="900"/>
            </a:lvl3pPr>
            <a:lvl4pPr marL="1828800" lvl="3" indent="-228600">
              <a:spcBef>
                <a:spcPts val="0"/>
              </a:spcBef>
              <a:spcAft>
                <a:spcPts val="0"/>
              </a:spcAft>
              <a:buNone/>
              <a:defRPr sz="900"/>
            </a:lvl4pPr>
            <a:lvl5pPr marL="2286000" lvl="4" indent="-228600">
              <a:spcBef>
                <a:spcPts val="0"/>
              </a:spcBef>
              <a:spcAft>
                <a:spcPts val="0"/>
              </a:spcAft>
              <a:buNone/>
              <a:defRPr sz="900"/>
            </a:lvl5pPr>
            <a:lvl6pPr marL="2743200" lvl="5" indent="-228600">
              <a:spcBef>
                <a:spcPts val="0"/>
              </a:spcBef>
              <a:spcAft>
                <a:spcPts val="0"/>
              </a:spcAft>
              <a:buNone/>
              <a:defRPr sz="900"/>
            </a:lvl6pPr>
            <a:lvl7pPr marL="3200400" lvl="6" indent="-228600">
              <a:spcBef>
                <a:spcPts val="0"/>
              </a:spcBef>
              <a:spcAft>
                <a:spcPts val="0"/>
              </a:spcAft>
              <a:buNone/>
              <a:defRPr sz="900"/>
            </a:lvl7pPr>
            <a:lvl8pPr marL="3657600" lvl="7" indent="-228600">
              <a:spcBef>
                <a:spcPts val="0"/>
              </a:spcBef>
              <a:spcAft>
                <a:spcPts val="0"/>
              </a:spcAft>
              <a:buNone/>
              <a:defRPr sz="900"/>
            </a:lvl8pPr>
            <a:lvl9pPr marL="4114800" lvl="8" indent="-228600">
              <a:spcBef>
                <a:spcPts val="0"/>
              </a:spcBef>
              <a:spcAft>
                <a:spcPts val="0"/>
              </a:spcAft>
              <a:buNone/>
              <a:defRPr sz="900"/>
            </a:lvl9pPr>
          </a:lstStyle>
          <a:p>
            <a:endParaRPr/>
          </a:p>
        </p:txBody>
      </p:sp>
      <p:sp>
        <p:nvSpPr>
          <p:cNvPr id="122" name="Google Shape;122;p18"/>
          <p:cNvSpPr txBox="1">
            <a:spLocks noGrp="1"/>
          </p:cNvSpPr>
          <p:nvPr>
            <p:ph type="body" idx="13"/>
          </p:nvPr>
        </p:nvSpPr>
        <p:spPr>
          <a:xfrm>
            <a:off x="7385291" y="3433000"/>
            <a:ext cx="1337400" cy="117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228600">
              <a:spcBef>
                <a:spcPts val="0"/>
              </a:spcBef>
              <a:spcAft>
                <a:spcPts val="0"/>
              </a:spcAft>
              <a:buNone/>
              <a:defRPr sz="900"/>
            </a:lvl1pPr>
            <a:lvl2pPr marL="914400" lvl="1" indent="-228600">
              <a:spcBef>
                <a:spcPts val="0"/>
              </a:spcBef>
              <a:spcAft>
                <a:spcPts val="0"/>
              </a:spcAft>
              <a:buNone/>
              <a:defRPr sz="900"/>
            </a:lvl2pPr>
            <a:lvl3pPr marL="1371600" lvl="2" indent="-228600">
              <a:spcBef>
                <a:spcPts val="0"/>
              </a:spcBef>
              <a:spcAft>
                <a:spcPts val="0"/>
              </a:spcAft>
              <a:buNone/>
              <a:defRPr sz="900"/>
            </a:lvl3pPr>
            <a:lvl4pPr marL="1828800" lvl="3" indent="-228600">
              <a:spcBef>
                <a:spcPts val="0"/>
              </a:spcBef>
              <a:spcAft>
                <a:spcPts val="0"/>
              </a:spcAft>
              <a:buNone/>
              <a:defRPr sz="900"/>
            </a:lvl4pPr>
            <a:lvl5pPr marL="2286000" lvl="4" indent="-228600">
              <a:spcBef>
                <a:spcPts val="0"/>
              </a:spcBef>
              <a:spcAft>
                <a:spcPts val="0"/>
              </a:spcAft>
              <a:buNone/>
              <a:defRPr sz="900"/>
            </a:lvl5pPr>
            <a:lvl6pPr marL="2743200" lvl="5" indent="-228600">
              <a:spcBef>
                <a:spcPts val="0"/>
              </a:spcBef>
              <a:spcAft>
                <a:spcPts val="0"/>
              </a:spcAft>
              <a:buNone/>
              <a:defRPr sz="900"/>
            </a:lvl6pPr>
            <a:lvl7pPr marL="3200400" lvl="6" indent="-228600">
              <a:spcBef>
                <a:spcPts val="0"/>
              </a:spcBef>
              <a:spcAft>
                <a:spcPts val="0"/>
              </a:spcAft>
              <a:buNone/>
              <a:defRPr sz="900"/>
            </a:lvl7pPr>
            <a:lvl8pPr marL="3657600" lvl="7" indent="-228600">
              <a:spcBef>
                <a:spcPts val="0"/>
              </a:spcBef>
              <a:spcAft>
                <a:spcPts val="0"/>
              </a:spcAft>
              <a:buNone/>
              <a:defRPr sz="900"/>
            </a:lvl8pPr>
            <a:lvl9pPr marL="4114800" lvl="8" indent="-228600">
              <a:spcBef>
                <a:spcPts val="0"/>
              </a:spcBef>
              <a:spcAft>
                <a:spcPts val="0"/>
              </a:spcAft>
              <a:buNone/>
              <a:defRPr sz="900"/>
            </a:lvl9pPr>
          </a:lstStyle>
          <a:p>
            <a:endParaRPr/>
          </a:p>
        </p:txBody>
      </p:sp>
      <p:sp>
        <p:nvSpPr>
          <p:cNvPr id="123" name="Google Shape;123;p18"/>
          <p:cNvSpPr txBox="1">
            <a:spLocks noGrp="1"/>
          </p:cNvSpPr>
          <p:nvPr>
            <p:ph type="subTitle" idx="14"/>
          </p:nvPr>
        </p:nvSpPr>
        <p:spPr>
          <a:xfrm>
            <a:off x="277500" y="278858"/>
            <a:ext cx="1630200" cy="13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124" name="Google Shape;124;p18"/>
          <p:cNvSpPr txBox="1">
            <a:spLocks noGrp="1"/>
          </p:cNvSpPr>
          <p:nvPr>
            <p:ph type="subTitle" idx="15"/>
          </p:nvPr>
        </p:nvSpPr>
        <p:spPr>
          <a:xfrm>
            <a:off x="7236300" y="278858"/>
            <a:ext cx="1630200" cy="13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125" name="Google Shape;125;p18"/>
          <p:cNvSpPr txBox="1">
            <a:spLocks noGrp="1"/>
          </p:cNvSpPr>
          <p:nvPr>
            <p:ph type="title"/>
          </p:nvPr>
        </p:nvSpPr>
        <p:spPr>
          <a:xfrm>
            <a:off x="277500" y="416250"/>
            <a:ext cx="8589000" cy="885000"/>
          </a:xfrm>
          <a:prstGeom prst="rect">
            <a:avLst/>
          </a:prstGeom>
        </p:spPr>
        <p:txBody>
          <a:bodyPr spcFirstLastPara="1" wrap="square" lIns="0" tIns="91425" rIns="0" bIns="0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9pPr>
          </a:lstStyle>
          <a:p>
            <a:endParaRPr/>
          </a:p>
        </p:txBody>
      </p:sp>
      <p:sp>
        <p:nvSpPr>
          <p:cNvPr id="126" name="Google Shape;126;p18"/>
          <p:cNvSpPr txBox="1">
            <a:spLocks noGrp="1"/>
          </p:cNvSpPr>
          <p:nvPr>
            <p:ph type="sldNum" idx="12"/>
          </p:nvPr>
        </p:nvSpPr>
        <p:spPr>
          <a:xfrm>
            <a:off x="8208648" y="4749900"/>
            <a:ext cx="657900" cy="1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0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pPr marL="0" lvl="0" indent="-4445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mo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1">
  <p:cSld name="CUSTOM_25">
    <p:bg>
      <p:bgPr>
        <a:solidFill>
          <a:schemeClr val="accent5"/>
        </a:solidFill>
        <a:effectLst/>
      </p:bgPr>
    </p:bg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9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19"/>
          <p:cNvSpPr txBox="1"/>
          <p:nvPr/>
        </p:nvSpPr>
        <p:spPr>
          <a:xfrm>
            <a:off x="277500" y="277500"/>
            <a:ext cx="8589000" cy="102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130" name="Google Shape;130;p19"/>
          <p:cNvSpPr txBox="1">
            <a:spLocks noGrp="1"/>
          </p:cNvSpPr>
          <p:nvPr>
            <p:ph type="title"/>
          </p:nvPr>
        </p:nvSpPr>
        <p:spPr>
          <a:xfrm>
            <a:off x="277500" y="416250"/>
            <a:ext cx="8589000" cy="885000"/>
          </a:xfrm>
          <a:prstGeom prst="rect">
            <a:avLst/>
          </a:prstGeom>
        </p:spPr>
        <p:txBody>
          <a:bodyPr spcFirstLastPara="1" wrap="square" lIns="0" tIns="91425" rIns="0" bIns="0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9pPr>
          </a:lstStyle>
          <a:p>
            <a:endParaRPr/>
          </a:p>
        </p:txBody>
      </p:sp>
      <p:sp>
        <p:nvSpPr>
          <p:cNvPr id="131" name="Google Shape;131;p19"/>
          <p:cNvSpPr txBox="1">
            <a:spLocks noGrp="1"/>
          </p:cNvSpPr>
          <p:nvPr>
            <p:ph type="subTitle" idx="1"/>
          </p:nvPr>
        </p:nvSpPr>
        <p:spPr>
          <a:xfrm>
            <a:off x="277500" y="278858"/>
            <a:ext cx="1630200" cy="13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132" name="Google Shape;132;p19"/>
          <p:cNvSpPr txBox="1">
            <a:spLocks noGrp="1"/>
          </p:cNvSpPr>
          <p:nvPr>
            <p:ph type="subTitle" idx="3"/>
          </p:nvPr>
        </p:nvSpPr>
        <p:spPr>
          <a:xfrm>
            <a:off x="7236300" y="278858"/>
            <a:ext cx="1630200" cy="13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133" name="Google Shape;133;p19"/>
          <p:cNvSpPr txBox="1">
            <a:spLocks noGrp="1"/>
          </p:cNvSpPr>
          <p:nvPr>
            <p:ph type="sldNum" idx="12"/>
          </p:nvPr>
        </p:nvSpPr>
        <p:spPr>
          <a:xfrm>
            <a:off x="8208648" y="4749900"/>
            <a:ext cx="657900" cy="1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0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pPr marL="0" lvl="0" indent="-4445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mo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+ 4 steps - Alt 1">
  <p:cSld name="CUSTOM_25_1_1">
    <p:bg>
      <p:bgPr>
        <a:solidFill>
          <a:schemeClr val="accent5"/>
        </a:solid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0"/>
          <p:cNvSpPr txBox="1">
            <a:spLocks noGrp="1"/>
          </p:cNvSpPr>
          <p:nvPr>
            <p:ph type="title"/>
          </p:nvPr>
        </p:nvSpPr>
        <p:spPr>
          <a:xfrm>
            <a:off x="1969400" y="138075"/>
            <a:ext cx="5217000" cy="885000"/>
          </a:xfrm>
          <a:prstGeom prst="rect">
            <a:avLst/>
          </a:prstGeom>
        </p:spPr>
        <p:txBody>
          <a:bodyPr spcFirstLastPara="1" wrap="square" lIns="0" tIns="91425" rIns="0" bIns="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6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600"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600">
                <a:latin typeface="Arimo SemiBold"/>
                <a:ea typeface="Arimo SemiBold"/>
                <a:cs typeface="Arimo SemiBold"/>
                <a:sym typeface="Arimo SemiBold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600">
                <a:latin typeface="Arimo SemiBold"/>
                <a:ea typeface="Arimo SemiBold"/>
                <a:cs typeface="Arimo SemiBold"/>
                <a:sym typeface="Arimo SemiBold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600">
                <a:latin typeface="Arimo SemiBold"/>
                <a:ea typeface="Arimo SemiBold"/>
                <a:cs typeface="Arimo SemiBold"/>
                <a:sym typeface="Arimo SemiBold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600">
                <a:latin typeface="Arimo SemiBold"/>
                <a:ea typeface="Arimo SemiBold"/>
                <a:cs typeface="Arimo SemiBold"/>
                <a:sym typeface="Arimo SemiBold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600">
                <a:latin typeface="Arimo SemiBold"/>
                <a:ea typeface="Arimo SemiBold"/>
                <a:cs typeface="Arimo SemiBold"/>
                <a:sym typeface="Arimo SemiBold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600">
                <a:latin typeface="Arimo SemiBold"/>
                <a:ea typeface="Arimo SemiBold"/>
                <a:cs typeface="Arimo SemiBold"/>
                <a:sym typeface="Arimo SemiBold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600">
                <a:latin typeface="Arimo SemiBold"/>
                <a:ea typeface="Arimo SemiBold"/>
                <a:cs typeface="Arimo SemiBold"/>
                <a:sym typeface="Arimo SemiBold"/>
              </a:defRPr>
            </a:lvl9pPr>
          </a:lstStyle>
          <a:p>
            <a:endParaRPr/>
          </a:p>
        </p:txBody>
      </p:sp>
      <p:sp>
        <p:nvSpPr>
          <p:cNvPr id="136" name="Google Shape;136;p20"/>
          <p:cNvSpPr txBox="1">
            <a:spLocks noGrp="1"/>
          </p:cNvSpPr>
          <p:nvPr>
            <p:ph type="subTitle" idx="1"/>
          </p:nvPr>
        </p:nvSpPr>
        <p:spPr>
          <a:xfrm>
            <a:off x="277500" y="278858"/>
            <a:ext cx="1630200" cy="13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137" name="Google Shape;137;p20"/>
          <p:cNvSpPr txBox="1">
            <a:spLocks noGrp="1"/>
          </p:cNvSpPr>
          <p:nvPr>
            <p:ph type="subTitle" idx="2"/>
          </p:nvPr>
        </p:nvSpPr>
        <p:spPr>
          <a:xfrm>
            <a:off x="7236300" y="278858"/>
            <a:ext cx="1630200" cy="13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138" name="Google Shape;138;p20"/>
          <p:cNvSpPr txBox="1">
            <a:spLocks noGrp="1"/>
          </p:cNvSpPr>
          <p:nvPr>
            <p:ph type="sldNum" idx="12"/>
          </p:nvPr>
        </p:nvSpPr>
        <p:spPr>
          <a:xfrm>
            <a:off x="8208648" y="4749900"/>
            <a:ext cx="657900" cy="1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0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pPr marL="0" lvl="0" indent="-4445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mo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9" name="Google Shape;139;p20"/>
          <p:cNvSpPr>
            <a:spLocks noGrp="1"/>
          </p:cNvSpPr>
          <p:nvPr>
            <p:ph type="pic" idx="3"/>
          </p:nvPr>
        </p:nvSpPr>
        <p:spPr>
          <a:xfrm>
            <a:off x="3766700" y="873150"/>
            <a:ext cx="1621800" cy="3549600"/>
          </a:xfrm>
          <a:prstGeom prst="roundRect">
            <a:avLst>
              <a:gd name="adj" fmla="val 10482"/>
            </a:avLst>
          </a:prstGeom>
          <a:noFill/>
          <a:ln>
            <a:noFill/>
          </a:ln>
        </p:spPr>
      </p:sp>
      <p:sp>
        <p:nvSpPr>
          <p:cNvPr id="140" name="Google Shape;140;p20"/>
          <p:cNvSpPr>
            <a:spLocks noGrp="1"/>
          </p:cNvSpPr>
          <p:nvPr>
            <p:ph type="pic" idx="4"/>
          </p:nvPr>
        </p:nvSpPr>
        <p:spPr>
          <a:xfrm>
            <a:off x="289100" y="1324475"/>
            <a:ext cx="1563300" cy="2531100"/>
          </a:xfrm>
          <a:prstGeom prst="roundRect">
            <a:avLst>
              <a:gd name="adj" fmla="val 11947"/>
            </a:avLst>
          </a:prstGeom>
          <a:noFill/>
          <a:ln>
            <a:noFill/>
          </a:ln>
        </p:spPr>
      </p:sp>
      <p:sp>
        <p:nvSpPr>
          <p:cNvPr id="141" name="Google Shape;141;p20"/>
          <p:cNvSpPr>
            <a:spLocks noGrp="1"/>
          </p:cNvSpPr>
          <p:nvPr>
            <p:ph type="pic" idx="5"/>
          </p:nvPr>
        </p:nvSpPr>
        <p:spPr>
          <a:xfrm>
            <a:off x="1969400" y="1142650"/>
            <a:ext cx="1563300" cy="2531100"/>
          </a:xfrm>
          <a:prstGeom prst="roundRect">
            <a:avLst>
              <a:gd name="adj" fmla="val 11947"/>
            </a:avLst>
          </a:prstGeom>
          <a:noFill/>
          <a:ln>
            <a:noFill/>
          </a:ln>
        </p:spPr>
      </p:sp>
      <p:sp>
        <p:nvSpPr>
          <p:cNvPr id="142" name="Google Shape;142;p20"/>
          <p:cNvSpPr>
            <a:spLocks noGrp="1"/>
          </p:cNvSpPr>
          <p:nvPr>
            <p:ph type="pic" idx="6"/>
          </p:nvPr>
        </p:nvSpPr>
        <p:spPr>
          <a:xfrm>
            <a:off x="5623125" y="1142650"/>
            <a:ext cx="1563300" cy="2531100"/>
          </a:xfrm>
          <a:prstGeom prst="roundRect">
            <a:avLst>
              <a:gd name="adj" fmla="val 11947"/>
            </a:avLst>
          </a:prstGeom>
          <a:noFill/>
          <a:ln>
            <a:noFill/>
          </a:ln>
        </p:spPr>
      </p:sp>
      <p:sp>
        <p:nvSpPr>
          <p:cNvPr id="143" name="Google Shape;143;p20"/>
          <p:cNvSpPr>
            <a:spLocks noGrp="1"/>
          </p:cNvSpPr>
          <p:nvPr>
            <p:ph type="pic" idx="7"/>
          </p:nvPr>
        </p:nvSpPr>
        <p:spPr>
          <a:xfrm>
            <a:off x="7304050" y="1324475"/>
            <a:ext cx="1563300" cy="2531100"/>
          </a:xfrm>
          <a:prstGeom prst="roundRect">
            <a:avLst>
              <a:gd name="adj" fmla="val 11947"/>
            </a:avLst>
          </a:prstGeom>
          <a:noFill/>
          <a:ln>
            <a:noFill/>
          </a:ln>
        </p:spPr>
      </p:sp>
      <p:sp>
        <p:nvSpPr>
          <p:cNvPr id="144" name="Google Shape;144;p20"/>
          <p:cNvSpPr txBox="1">
            <a:spLocks noGrp="1"/>
          </p:cNvSpPr>
          <p:nvPr>
            <p:ph type="subTitle" idx="8"/>
          </p:nvPr>
        </p:nvSpPr>
        <p:spPr>
          <a:xfrm>
            <a:off x="378475" y="4261299"/>
            <a:ext cx="1563300" cy="20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latin typeface="Arimo"/>
                <a:ea typeface="Arimo"/>
                <a:cs typeface="Arimo"/>
                <a:sym typeface="Arimo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latin typeface="Arimo"/>
                <a:ea typeface="Arimo"/>
                <a:cs typeface="Arimo"/>
                <a:sym typeface="Arimo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latin typeface="Arimo"/>
                <a:ea typeface="Arimo"/>
                <a:cs typeface="Arimo"/>
                <a:sym typeface="Arimo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latin typeface="Arimo"/>
                <a:ea typeface="Arimo"/>
                <a:cs typeface="Arimo"/>
                <a:sym typeface="Arimo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latin typeface="Arimo"/>
                <a:ea typeface="Arimo"/>
                <a:cs typeface="Arimo"/>
                <a:sym typeface="Arimo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latin typeface="Arimo"/>
                <a:ea typeface="Arimo"/>
                <a:cs typeface="Arimo"/>
                <a:sym typeface="Arimo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latin typeface="Arimo"/>
                <a:ea typeface="Arimo"/>
                <a:cs typeface="Arimo"/>
                <a:sym typeface="Arimo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latin typeface="Arimo"/>
                <a:ea typeface="Arimo"/>
                <a:cs typeface="Arimo"/>
                <a:sym typeface="Arimo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145" name="Google Shape;145;p20"/>
          <p:cNvSpPr txBox="1">
            <a:spLocks noGrp="1"/>
          </p:cNvSpPr>
          <p:nvPr>
            <p:ph type="subTitle" idx="9"/>
          </p:nvPr>
        </p:nvSpPr>
        <p:spPr>
          <a:xfrm>
            <a:off x="378476" y="4562900"/>
            <a:ext cx="1473900" cy="29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800" b="1"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800" b="1"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800" b="1"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800" b="1"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800" b="1"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800" b="1"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800" b="1"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800" b="1"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146" name="Google Shape;146;p20"/>
          <p:cNvSpPr txBox="1">
            <a:spLocks noGrp="1"/>
          </p:cNvSpPr>
          <p:nvPr>
            <p:ph type="subTitle" idx="13"/>
          </p:nvPr>
        </p:nvSpPr>
        <p:spPr>
          <a:xfrm>
            <a:off x="2057625" y="4074126"/>
            <a:ext cx="1563300" cy="20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latin typeface="Arimo"/>
                <a:ea typeface="Arimo"/>
                <a:cs typeface="Arimo"/>
                <a:sym typeface="Arimo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latin typeface="Arimo"/>
                <a:ea typeface="Arimo"/>
                <a:cs typeface="Arimo"/>
                <a:sym typeface="Arimo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latin typeface="Arimo"/>
                <a:ea typeface="Arimo"/>
                <a:cs typeface="Arimo"/>
                <a:sym typeface="Arimo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latin typeface="Arimo"/>
                <a:ea typeface="Arimo"/>
                <a:cs typeface="Arimo"/>
                <a:sym typeface="Arimo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latin typeface="Arimo"/>
                <a:ea typeface="Arimo"/>
                <a:cs typeface="Arimo"/>
                <a:sym typeface="Arimo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latin typeface="Arimo"/>
                <a:ea typeface="Arimo"/>
                <a:cs typeface="Arimo"/>
                <a:sym typeface="Arimo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latin typeface="Arimo"/>
                <a:ea typeface="Arimo"/>
                <a:cs typeface="Arimo"/>
                <a:sym typeface="Arimo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latin typeface="Arimo"/>
                <a:ea typeface="Arimo"/>
                <a:cs typeface="Arimo"/>
                <a:sym typeface="Arimo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147" name="Google Shape;147;p20"/>
          <p:cNvSpPr txBox="1">
            <a:spLocks noGrp="1"/>
          </p:cNvSpPr>
          <p:nvPr>
            <p:ph type="subTitle" idx="14"/>
          </p:nvPr>
        </p:nvSpPr>
        <p:spPr>
          <a:xfrm>
            <a:off x="2057625" y="4375725"/>
            <a:ext cx="1473900" cy="29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800" b="1"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800" b="1"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800" b="1"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800" b="1"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800" b="1"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800" b="1"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800" b="1"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800" b="1"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148" name="Google Shape;148;p20"/>
          <p:cNvSpPr txBox="1">
            <a:spLocks noGrp="1"/>
          </p:cNvSpPr>
          <p:nvPr>
            <p:ph type="subTitle" idx="15"/>
          </p:nvPr>
        </p:nvSpPr>
        <p:spPr>
          <a:xfrm>
            <a:off x="5712200" y="4074126"/>
            <a:ext cx="1563300" cy="192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latin typeface="Arimo"/>
                <a:ea typeface="Arimo"/>
                <a:cs typeface="Arimo"/>
                <a:sym typeface="Arimo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latin typeface="Arimo"/>
                <a:ea typeface="Arimo"/>
                <a:cs typeface="Arimo"/>
                <a:sym typeface="Arimo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latin typeface="Arimo"/>
                <a:ea typeface="Arimo"/>
                <a:cs typeface="Arimo"/>
                <a:sym typeface="Arimo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latin typeface="Arimo"/>
                <a:ea typeface="Arimo"/>
                <a:cs typeface="Arimo"/>
                <a:sym typeface="Arimo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latin typeface="Arimo"/>
                <a:ea typeface="Arimo"/>
                <a:cs typeface="Arimo"/>
                <a:sym typeface="Arimo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latin typeface="Arimo"/>
                <a:ea typeface="Arimo"/>
                <a:cs typeface="Arimo"/>
                <a:sym typeface="Arimo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latin typeface="Arimo"/>
                <a:ea typeface="Arimo"/>
                <a:cs typeface="Arimo"/>
                <a:sym typeface="Arimo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latin typeface="Arimo"/>
                <a:ea typeface="Arimo"/>
                <a:cs typeface="Arimo"/>
                <a:sym typeface="Arimo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149" name="Google Shape;149;p20"/>
          <p:cNvSpPr txBox="1">
            <a:spLocks noGrp="1"/>
          </p:cNvSpPr>
          <p:nvPr>
            <p:ph type="subTitle" idx="16"/>
          </p:nvPr>
        </p:nvSpPr>
        <p:spPr>
          <a:xfrm>
            <a:off x="5712200" y="4375725"/>
            <a:ext cx="1473900" cy="29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800" b="1"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800" b="1"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800" b="1"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800" b="1"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800" b="1"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800" b="1"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800" b="1"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800" b="1"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150" name="Google Shape;150;p20"/>
          <p:cNvSpPr txBox="1">
            <a:spLocks noGrp="1"/>
          </p:cNvSpPr>
          <p:nvPr>
            <p:ph type="subTitle" idx="17"/>
          </p:nvPr>
        </p:nvSpPr>
        <p:spPr>
          <a:xfrm>
            <a:off x="7395575" y="4261301"/>
            <a:ext cx="1563300" cy="192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200">
                <a:latin typeface="Arimo"/>
                <a:ea typeface="Arimo"/>
                <a:cs typeface="Arimo"/>
                <a:sym typeface="Arimo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latin typeface="Arimo"/>
                <a:ea typeface="Arimo"/>
                <a:cs typeface="Arimo"/>
                <a:sym typeface="Arimo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latin typeface="Arimo"/>
                <a:ea typeface="Arimo"/>
                <a:cs typeface="Arimo"/>
                <a:sym typeface="Arimo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latin typeface="Arimo"/>
                <a:ea typeface="Arimo"/>
                <a:cs typeface="Arimo"/>
                <a:sym typeface="Arimo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latin typeface="Arimo"/>
                <a:ea typeface="Arimo"/>
                <a:cs typeface="Arimo"/>
                <a:sym typeface="Arimo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latin typeface="Arimo"/>
                <a:ea typeface="Arimo"/>
                <a:cs typeface="Arimo"/>
                <a:sym typeface="Arimo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latin typeface="Arimo"/>
                <a:ea typeface="Arimo"/>
                <a:cs typeface="Arimo"/>
                <a:sym typeface="Arimo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latin typeface="Arimo"/>
                <a:ea typeface="Arimo"/>
                <a:cs typeface="Arimo"/>
                <a:sym typeface="Arimo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151" name="Google Shape;151;p20"/>
          <p:cNvSpPr txBox="1">
            <a:spLocks noGrp="1"/>
          </p:cNvSpPr>
          <p:nvPr>
            <p:ph type="subTitle" idx="18"/>
          </p:nvPr>
        </p:nvSpPr>
        <p:spPr>
          <a:xfrm>
            <a:off x="7395575" y="4562900"/>
            <a:ext cx="1504200" cy="29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800" b="1"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800" b="1"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800" b="1"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800" b="1"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800" b="1"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800" b="1"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800" b="1"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800" b="1"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- Alt 1">
  <p:cSld name="CUSTOM_21_1_1">
    <p:bg>
      <p:bgPr>
        <a:solidFill>
          <a:schemeClr val="accent5"/>
        </a:solidFill>
        <a:effectLst/>
      </p:bgPr>
    </p:bg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>
            <a:spLocks noGrp="1"/>
          </p:cNvSpPr>
          <p:nvPr>
            <p:ph type="title"/>
          </p:nvPr>
        </p:nvSpPr>
        <p:spPr>
          <a:xfrm>
            <a:off x="277500" y="416250"/>
            <a:ext cx="8589000" cy="885000"/>
          </a:xfrm>
          <a:prstGeom prst="rect">
            <a:avLst/>
          </a:prstGeom>
        </p:spPr>
        <p:txBody>
          <a:bodyPr spcFirstLastPara="1" wrap="square" lIns="0" tIns="91425" rIns="0" bIns="0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9pPr>
          </a:lstStyle>
          <a:p>
            <a:endParaRPr/>
          </a:p>
        </p:txBody>
      </p:sp>
      <p:sp>
        <p:nvSpPr>
          <p:cNvPr id="154" name="Google Shape;154;p21"/>
          <p:cNvSpPr txBox="1">
            <a:spLocks noGrp="1"/>
          </p:cNvSpPr>
          <p:nvPr>
            <p:ph type="subTitle" idx="1"/>
          </p:nvPr>
        </p:nvSpPr>
        <p:spPr>
          <a:xfrm>
            <a:off x="277500" y="278858"/>
            <a:ext cx="1630200" cy="13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155" name="Google Shape;155;p21"/>
          <p:cNvSpPr txBox="1">
            <a:spLocks noGrp="1"/>
          </p:cNvSpPr>
          <p:nvPr>
            <p:ph type="subTitle" idx="2"/>
          </p:nvPr>
        </p:nvSpPr>
        <p:spPr>
          <a:xfrm>
            <a:off x="7236300" y="278858"/>
            <a:ext cx="1630200" cy="13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156" name="Google Shape;156;p21"/>
          <p:cNvSpPr txBox="1">
            <a:spLocks noGrp="1"/>
          </p:cNvSpPr>
          <p:nvPr>
            <p:ph type="sldNum" idx="12"/>
          </p:nvPr>
        </p:nvSpPr>
        <p:spPr>
          <a:xfrm>
            <a:off x="8208648" y="4749900"/>
            <a:ext cx="657900" cy="1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0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pPr marL="0" lvl="0" indent="-4445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mo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main point">
  <p:cSld name="BLANK_1_1_1_1_1_1">
    <p:bg>
      <p:bgPr>
        <a:solidFill>
          <a:schemeClr val="accent5"/>
        </a:solidFill>
        <a:effectLst/>
      </p:bgPr>
    </p:bg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2"/>
          <p:cNvPicPr preferRelativeResize="0"/>
          <p:nvPr/>
        </p:nvPicPr>
        <p:blipFill rotWithShape="1">
          <a:blip r:embed="rId2">
            <a:alphaModFix amt="10000"/>
          </a:blip>
          <a:srcRect l="1068" t="592" r="19" b="720"/>
          <a:stretch/>
        </p:blipFill>
        <p:spPr>
          <a:xfrm>
            <a:off x="277425" y="277650"/>
            <a:ext cx="8588100" cy="4582500"/>
          </a:xfrm>
          <a:prstGeom prst="roundRect">
            <a:avLst>
              <a:gd name="adj" fmla="val 13460"/>
            </a:avLst>
          </a:prstGeom>
          <a:noFill/>
          <a:ln>
            <a:noFill/>
          </a:ln>
        </p:spPr>
      </p:pic>
      <p:sp>
        <p:nvSpPr>
          <p:cNvPr id="159" name="Google Shape;159;p22"/>
          <p:cNvSpPr txBox="1">
            <a:spLocks noGrp="1"/>
          </p:cNvSpPr>
          <p:nvPr>
            <p:ph type="title"/>
          </p:nvPr>
        </p:nvSpPr>
        <p:spPr>
          <a:xfrm>
            <a:off x="625375" y="2731850"/>
            <a:ext cx="4034400" cy="1746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4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Arimo Medium"/>
                <a:ea typeface="Arimo Medium"/>
                <a:cs typeface="Arimo Medium"/>
                <a:sym typeface="Arimo Medium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Arimo Medium"/>
                <a:ea typeface="Arimo Medium"/>
                <a:cs typeface="Arimo Medium"/>
                <a:sym typeface="Arimo Medium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Arimo Medium"/>
                <a:ea typeface="Arimo Medium"/>
                <a:cs typeface="Arimo Medium"/>
                <a:sym typeface="Arimo Medium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Arimo Medium"/>
                <a:ea typeface="Arimo Medium"/>
                <a:cs typeface="Arimo Medium"/>
                <a:sym typeface="Arimo Medium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Arimo Medium"/>
                <a:ea typeface="Arimo Medium"/>
                <a:cs typeface="Arimo Medium"/>
                <a:sym typeface="Arimo Medium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Arimo Medium"/>
                <a:ea typeface="Arimo Medium"/>
                <a:cs typeface="Arimo Medium"/>
                <a:sym typeface="Arimo Medium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Arimo Medium"/>
                <a:ea typeface="Arimo Medium"/>
                <a:cs typeface="Arimo Medium"/>
                <a:sym typeface="Arimo Medium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latin typeface="Arimo Medium"/>
                <a:ea typeface="Arimo Medium"/>
                <a:cs typeface="Arimo Medium"/>
                <a:sym typeface="Arimo Medium"/>
              </a:defRPr>
            </a:lvl9pPr>
          </a:lstStyle>
          <a:p>
            <a:endParaRPr/>
          </a:p>
        </p:txBody>
      </p:sp>
      <p:sp>
        <p:nvSpPr>
          <p:cNvPr id="160" name="Google Shape;160;p22"/>
          <p:cNvSpPr txBox="1">
            <a:spLocks noGrp="1"/>
          </p:cNvSpPr>
          <p:nvPr>
            <p:ph type="sldNum" idx="12"/>
          </p:nvPr>
        </p:nvSpPr>
        <p:spPr>
          <a:xfrm>
            <a:off x="8208648" y="4749900"/>
            <a:ext cx="657900" cy="1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0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pPr marL="0" lvl="0" indent="-4445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mo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- Alt 1">
  <p:cSld name="BLANK_1_1_1_1_1_1_1_1_1_1_1">
    <p:bg>
      <p:bgPr>
        <a:solidFill>
          <a:schemeClr val="accent5"/>
        </a:solidFill>
        <a:effectLst/>
      </p:bgPr>
    </p:bg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3"/>
          <p:cNvSpPr txBox="1">
            <a:spLocks noGrp="1"/>
          </p:cNvSpPr>
          <p:nvPr>
            <p:ph type="subTitle" idx="1"/>
          </p:nvPr>
        </p:nvSpPr>
        <p:spPr>
          <a:xfrm>
            <a:off x="4539825" y="3178291"/>
            <a:ext cx="4325700" cy="452700"/>
          </a:xfrm>
          <a:prstGeom prst="rect">
            <a:avLst/>
          </a:prstGeom>
        </p:spPr>
        <p:txBody>
          <a:bodyPr spcFirstLastPara="1" wrap="square" lIns="91425" tIns="91425" rIns="0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mo"/>
              <a:buNone/>
              <a:defRPr sz="24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mo"/>
              <a:buNone/>
              <a:defRPr sz="2400"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mo"/>
              <a:buNone/>
              <a:defRPr sz="2400"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mo"/>
              <a:buNone/>
              <a:defRPr sz="2400"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mo"/>
              <a:buNone/>
              <a:defRPr sz="2400"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mo"/>
              <a:buNone/>
              <a:defRPr sz="2400"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mo"/>
              <a:buNone/>
              <a:defRPr sz="2400"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mo"/>
              <a:buNone/>
              <a:defRPr sz="2400"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mo"/>
              <a:buNone/>
              <a:defRPr sz="2400"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163" name="Google Shape;163;p23"/>
          <p:cNvSpPr txBox="1">
            <a:spLocks noGrp="1"/>
          </p:cNvSpPr>
          <p:nvPr>
            <p:ph type="subTitle" idx="2"/>
          </p:nvPr>
        </p:nvSpPr>
        <p:spPr>
          <a:xfrm>
            <a:off x="4539825" y="3792808"/>
            <a:ext cx="4325700" cy="452700"/>
          </a:xfrm>
          <a:prstGeom prst="rect">
            <a:avLst/>
          </a:prstGeom>
        </p:spPr>
        <p:txBody>
          <a:bodyPr spcFirstLastPara="1" wrap="square" lIns="91425" tIns="91425" rIns="0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mo"/>
              <a:buNone/>
              <a:defRPr sz="24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mo"/>
              <a:buNone/>
              <a:defRPr sz="2400"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mo"/>
              <a:buNone/>
              <a:defRPr sz="2400"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mo"/>
              <a:buNone/>
              <a:defRPr sz="2400"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mo"/>
              <a:buNone/>
              <a:defRPr sz="2400"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mo"/>
              <a:buNone/>
              <a:defRPr sz="2400"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mo"/>
              <a:buNone/>
              <a:defRPr sz="2400"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mo"/>
              <a:buNone/>
              <a:defRPr sz="2400"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mo"/>
              <a:buNone/>
              <a:defRPr sz="2400"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164" name="Google Shape;164;p23"/>
          <p:cNvSpPr txBox="1">
            <a:spLocks noGrp="1"/>
          </p:cNvSpPr>
          <p:nvPr>
            <p:ph type="subTitle" idx="3"/>
          </p:nvPr>
        </p:nvSpPr>
        <p:spPr>
          <a:xfrm>
            <a:off x="4539825" y="4407325"/>
            <a:ext cx="4325700" cy="452700"/>
          </a:xfrm>
          <a:prstGeom prst="rect">
            <a:avLst/>
          </a:prstGeom>
        </p:spPr>
        <p:txBody>
          <a:bodyPr spcFirstLastPara="1" wrap="square" lIns="91425" tIns="91425" rIns="0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mo"/>
              <a:buNone/>
              <a:defRPr sz="24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mo"/>
              <a:buNone/>
              <a:defRPr sz="2400"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mo"/>
              <a:buNone/>
              <a:defRPr sz="2400"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mo"/>
              <a:buNone/>
              <a:defRPr sz="2400"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mo"/>
              <a:buNone/>
              <a:defRPr sz="2400"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mo"/>
              <a:buNone/>
              <a:defRPr sz="2400"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mo"/>
              <a:buNone/>
              <a:defRPr sz="2400"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mo"/>
              <a:buNone/>
              <a:defRPr sz="2400"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mo"/>
              <a:buNone/>
              <a:defRPr sz="2400"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165" name="Google Shape;165;p23"/>
          <p:cNvSpPr txBox="1">
            <a:spLocks noGrp="1"/>
          </p:cNvSpPr>
          <p:nvPr>
            <p:ph type="title"/>
          </p:nvPr>
        </p:nvSpPr>
        <p:spPr>
          <a:xfrm>
            <a:off x="277425" y="2056225"/>
            <a:ext cx="3541500" cy="2803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5000"/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9pPr>
          </a:lstStyle>
          <a:p>
            <a:endParaRPr/>
          </a:p>
        </p:txBody>
      </p:sp>
      <p:sp>
        <p:nvSpPr>
          <p:cNvPr id="166" name="Google Shape;166;p23"/>
          <p:cNvSpPr txBox="1">
            <a:spLocks noGrp="1"/>
          </p:cNvSpPr>
          <p:nvPr>
            <p:ph type="subTitle" idx="4"/>
          </p:nvPr>
        </p:nvSpPr>
        <p:spPr>
          <a:xfrm>
            <a:off x="277500" y="278858"/>
            <a:ext cx="1630200" cy="13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167" name="Google Shape;167;p23"/>
          <p:cNvSpPr txBox="1">
            <a:spLocks noGrp="1"/>
          </p:cNvSpPr>
          <p:nvPr>
            <p:ph type="subTitle" idx="5"/>
          </p:nvPr>
        </p:nvSpPr>
        <p:spPr>
          <a:xfrm>
            <a:off x="7236300" y="278858"/>
            <a:ext cx="1630200" cy="13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168" name="Google Shape;168;p23"/>
          <p:cNvSpPr txBox="1">
            <a:spLocks noGrp="1"/>
          </p:cNvSpPr>
          <p:nvPr>
            <p:ph type="sldNum" idx="12"/>
          </p:nvPr>
        </p:nvSpPr>
        <p:spPr>
          <a:xfrm>
            <a:off x="8208648" y="4749900"/>
            <a:ext cx="657900" cy="1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0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pPr marL="0" lvl="0" indent="-4445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mo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 - Alt 1">
  <p:cSld name="CUSTOM_11">
    <p:bg>
      <p:bgPr>
        <a:solidFill>
          <a:schemeClr val="accent5"/>
        </a:solidFill>
        <a:effectLst/>
      </p:bgPr>
    </p:bg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>
            <a:spLocks noGrp="1"/>
          </p:cNvSpPr>
          <p:nvPr>
            <p:ph type="pic" idx="2"/>
          </p:nvPr>
        </p:nvSpPr>
        <p:spPr>
          <a:xfrm>
            <a:off x="7480825" y="734600"/>
            <a:ext cx="1383900" cy="1660200"/>
          </a:xfrm>
          <a:prstGeom prst="roundRect">
            <a:avLst>
              <a:gd name="adj" fmla="val 11646"/>
            </a:avLst>
          </a:prstGeom>
          <a:noFill/>
          <a:ln>
            <a:noFill/>
          </a:ln>
        </p:spPr>
      </p:sp>
      <p:sp>
        <p:nvSpPr>
          <p:cNvPr id="171" name="Google Shape;171;p24"/>
          <p:cNvSpPr>
            <a:spLocks noGrp="1"/>
          </p:cNvSpPr>
          <p:nvPr>
            <p:ph type="pic" idx="3"/>
          </p:nvPr>
        </p:nvSpPr>
        <p:spPr>
          <a:xfrm>
            <a:off x="7480825" y="2521175"/>
            <a:ext cx="1383900" cy="1879200"/>
          </a:xfrm>
          <a:prstGeom prst="roundRect">
            <a:avLst>
              <a:gd name="adj" fmla="val 11646"/>
            </a:avLst>
          </a:prstGeom>
          <a:noFill/>
          <a:ln>
            <a:noFill/>
          </a:ln>
        </p:spPr>
      </p:sp>
      <p:sp>
        <p:nvSpPr>
          <p:cNvPr id="172" name="Google Shape;172;p24"/>
          <p:cNvSpPr>
            <a:spLocks noGrp="1"/>
          </p:cNvSpPr>
          <p:nvPr>
            <p:ph type="pic" idx="4"/>
          </p:nvPr>
        </p:nvSpPr>
        <p:spPr>
          <a:xfrm>
            <a:off x="4665550" y="850900"/>
            <a:ext cx="2589300" cy="3433200"/>
          </a:xfrm>
          <a:prstGeom prst="roundRect">
            <a:avLst>
              <a:gd name="adj" fmla="val 6330"/>
            </a:avLst>
          </a:prstGeom>
          <a:noFill/>
          <a:ln>
            <a:noFill/>
          </a:ln>
        </p:spPr>
      </p:sp>
      <p:sp>
        <p:nvSpPr>
          <p:cNvPr id="173" name="Google Shape;173;p24"/>
          <p:cNvSpPr txBox="1">
            <a:spLocks noGrp="1"/>
          </p:cNvSpPr>
          <p:nvPr>
            <p:ph type="title"/>
          </p:nvPr>
        </p:nvSpPr>
        <p:spPr>
          <a:xfrm>
            <a:off x="277500" y="2344250"/>
            <a:ext cx="2820600" cy="1023600"/>
          </a:xfrm>
          <a:prstGeom prst="rect">
            <a:avLst/>
          </a:prstGeom>
        </p:spPr>
        <p:txBody>
          <a:bodyPr spcFirstLastPara="1" wrap="square" lIns="0" tIns="91425" rIns="0" bIns="0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9pPr>
          </a:lstStyle>
          <a:p>
            <a:endParaRPr/>
          </a:p>
        </p:txBody>
      </p:sp>
      <p:sp>
        <p:nvSpPr>
          <p:cNvPr id="174" name="Google Shape;174;p24"/>
          <p:cNvSpPr txBox="1">
            <a:spLocks noGrp="1"/>
          </p:cNvSpPr>
          <p:nvPr>
            <p:ph type="title" idx="5"/>
          </p:nvPr>
        </p:nvSpPr>
        <p:spPr>
          <a:xfrm>
            <a:off x="277500" y="3422542"/>
            <a:ext cx="2820600" cy="1023600"/>
          </a:xfrm>
          <a:prstGeom prst="rect">
            <a:avLst/>
          </a:prstGeom>
        </p:spPr>
        <p:txBody>
          <a:bodyPr spcFirstLastPara="1" wrap="square" lIns="0" tIns="91425" rIns="0" bIns="0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9pPr>
          </a:lstStyle>
          <a:p>
            <a:endParaRPr/>
          </a:p>
        </p:txBody>
      </p:sp>
      <p:sp>
        <p:nvSpPr>
          <p:cNvPr id="175" name="Google Shape;175;p24"/>
          <p:cNvSpPr txBox="1">
            <a:spLocks noGrp="1"/>
          </p:cNvSpPr>
          <p:nvPr>
            <p:ph type="subTitle" idx="1"/>
          </p:nvPr>
        </p:nvSpPr>
        <p:spPr>
          <a:xfrm>
            <a:off x="277500" y="278858"/>
            <a:ext cx="1630200" cy="13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176" name="Google Shape;176;p24"/>
          <p:cNvSpPr txBox="1">
            <a:spLocks noGrp="1"/>
          </p:cNvSpPr>
          <p:nvPr>
            <p:ph type="subTitle" idx="6"/>
          </p:nvPr>
        </p:nvSpPr>
        <p:spPr>
          <a:xfrm>
            <a:off x="7236300" y="278858"/>
            <a:ext cx="1630200" cy="13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177" name="Google Shape;177;p24"/>
          <p:cNvSpPr txBox="1">
            <a:spLocks noGrp="1"/>
          </p:cNvSpPr>
          <p:nvPr>
            <p:ph type="sldNum" idx="12"/>
          </p:nvPr>
        </p:nvSpPr>
        <p:spPr>
          <a:xfrm>
            <a:off x="8208648" y="4749900"/>
            <a:ext cx="657900" cy="1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0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pPr marL="0" lvl="0" indent="-4445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mo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 - Alt 2">
  <p:cSld name="CUSTOM_11_1">
    <p:bg>
      <p:bgPr>
        <a:solidFill>
          <a:schemeClr val="accent5"/>
        </a:solidFill>
        <a:effectLst/>
      </p:bgPr>
    </p:bg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/>
          <p:nvPr/>
        </p:nvSpPr>
        <p:spPr>
          <a:xfrm>
            <a:off x="6107109" y="582300"/>
            <a:ext cx="2759400" cy="3586200"/>
          </a:xfrm>
          <a:prstGeom prst="roundRect">
            <a:avLst>
              <a:gd name="adj" fmla="val 8677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180" name="Google Shape;180;p25"/>
          <p:cNvSpPr>
            <a:spLocks noGrp="1"/>
          </p:cNvSpPr>
          <p:nvPr>
            <p:ph type="pic" idx="2"/>
          </p:nvPr>
        </p:nvSpPr>
        <p:spPr>
          <a:xfrm>
            <a:off x="6220309" y="696000"/>
            <a:ext cx="2532900" cy="3358800"/>
          </a:xfrm>
          <a:prstGeom prst="roundRect">
            <a:avLst>
              <a:gd name="adj" fmla="val 7223"/>
            </a:avLst>
          </a:prstGeom>
          <a:noFill/>
          <a:ln>
            <a:noFill/>
          </a:ln>
        </p:spPr>
      </p:sp>
      <p:sp>
        <p:nvSpPr>
          <p:cNvPr id="181" name="Google Shape;181;p25"/>
          <p:cNvSpPr txBox="1">
            <a:spLocks noGrp="1"/>
          </p:cNvSpPr>
          <p:nvPr>
            <p:ph type="title"/>
          </p:nvPr>
        </p:nvSpPr>
        <p:spPr>
          <a:xfrm>
            <a:off x="277500" y="2344250"/>
            <a:ext cx="2820600" cy="1023600"/>
          </a:xfrm>
          <a:prstGeom prst="rect">
            <a:avLst/>
          </a:prstGeom>
        </p:spPr>
        <p:txBody>
          <a:bodyPr spcFirstLastPara="1" wrap="square" lIns="0" tIns="91425" rIns="0" bIns="0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9pPr>
          </a:lstStyle>
          <a:p>
            <a:endParaRPr/>
          </a:p>
        </p:txBody>
      </p:sp>
      <p:sp>
        <p:nvSpPr>
          <p:cNvPr id="182" name="Google Shape;182;p25"/>
          <p:cNvSpPr txBox="1">
            <a:spLocks noGrp="1"/>
          </p:cNvSpPr>
          <p:nvPr>
            <p:ph type="title" idx="3"/>
          </p:nvPr>
        </p:nvSpPr>
        <p:spPr>
          <a:xfrm>
            <a:off x="277500" y="3422542"/>
            <a:ext cx="2820600" cy="1023600"/>
          </a:xfrm>
          <a:prstGeom prst="rect">
            <a:avLst/>
          </a:prstGeom>
        </p:spPr>
        <p:txBody>
          <a:bodyPr spcFirstLastPara="1" wrap="square" lIns="0" tIns="91425" rIns="0" bIns="0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9pPr>
          </a:lstStyle>
          <a:p>
            <a:endParaRPr/>
          </a:p>
        </p:txBody>
      </p:sp>
      <p:sp>
        <p:nvSpPr>
          <p:cNvPr id="183" name="Google Shape;183;p25"/>
          <p:cNvSpPr txBox="1">
            <a:spLocks noGrp="1"/>
          </p:cNvSpPr>
          <p:nvPr>
            <p:ph type="subTitle" idx="1"/>
          </p:nvPr>
        </p:nvSpPr>
        <p:spPr>
          <a:xfrm>
            <a:off x="277500" y="278858"/>
            <a:ext cx="1630200" cy="13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184" name="Google Shape;184;p25"/>
          <p:cNvSpPr txBox="1">
            <a:spLocks noGrp="1"/>
          </p:cNvSpPr>
          <p:nvPr>
            <p:ph type="subTitle" idx="4"/>
          </p:nvPr>
        </p:nvSpPr>
        <p:spPr>
          <a:xfrm>
            <a:off x="7236300" y="278858"/>
            <a:ext cx="1630200" cy="13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185" name="Google Shape;185;p25"/>
          <p:cNvSpPr txBox="1">
            <a:spLocks noGrp="1"/>
          </p:cNvSpPr>
          <p:nvPr>
            <p:ph type="sldNum" idx="12"/>
          </p:nvPr>
        </p:nvSpPr>
        <p:spPr>
          <a:xfrm>
            <a:off x="8208648" y="4749900"/>
            <a:ext cx="657900" cy="1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0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pPr marL="0" lvl="0" indent="-4445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mo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eature">
  <p:cSld name="CUSTOM_11_1_1">
    <p:bg>
      <p:bgPr>
        <a:solidFill>
          <a:schemeClr val="accent5"/>
        </a:solid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6"/>
          <p:cNvSpPr txBox="1">
            <a:spLocks noGrp="1"/>
          </p:cNvSpPr>
          <p:nvPr>
            <p:ph type="title"/>
          </p:nvPr>
        </p:nvSpPr>
        <p:spPr>
          <a:xfrm>
            <a:off x="277500" y="2344250"/>
            <a:ext cx="2820600" cy="1023600"/>
          </a:xfrm>
          <a:prstGeom prst="rect">
            <a:avLst/>
          </a:prstGeom>
        </p:spPr>
        <p:txBody>
          <a:bodyPr spcFirstLastPara="1" wrap="square" lIns="0" tIns="91425" rIns="0" bIns="0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9pPr>
          </a:lstStyle>
          <a:p>
            <a:endParaRPr/>
          </a:p>
        </p:txBody>
      </p:sp>
      <p:sp>
        <p:nvSpPr>
          <p:cNvPr id="188" name="Google Shape;188;p26"/>
          <p:cNvSpPr txBox="1">
            <a:spLocks noGrp="1"/>
          </p:cNvSpPr>
          <p:nvPr>
            <p:ph type="title" idx="2"/>
          </p:nvPr>
        </p:nvSpPr>
        <p:spPr>
          <a:xfrm>
            <a:off x="277500" y="3422542"/>
            <a:ext cx="2820600" cy="1023600"/>
          </a:xfrm>
          <a:prstGeom prst="rect">
            <a:avLst/>
          </a:prstGeom>
        </p:spPr>
        <p:txBody>
          <a:bodyPr spcFirstLastPara="1" wrap="square" lIns="0" tIns="91425" rIns="0" bIns="0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9pPr>
          </a:lstStyle>
          <a:p>
            <a:endParaRPr/>
          </a:p>
        </p:txBody>
      </p:sp>
      <p:sp>
        <p:nvSpPr>
          <p:cNvPr id="189" name="Google Shape;189;p26"/>
          <p:cNvSpPr txBox="1">
            <a:spLocks noGrp="1"/>
          </p:cNvSpPr>
          <p:nvPr>
            <p:ph type="subTitle" idx="1"/>
          </p:nvPr>
        </p:nvSpPr>
        <p:spPr>
          <a:xfrm>
            <a:off x="277500" y="278858"/>
            <a:ext cx="1630200" cy="13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190" name="Google Shape;190;p26"/>
          <p:cNvSpPr txBox="1">
            <a:spLocks noGrp="1"/>
          </p:cNvSpPr>
          <p:nvPr>
            <p:ph type="subTitle" idx="3"/>
          </p:nvPr>
        </p:nvSpPr>
        <p:spPr>
          <a:xfrm>
            <a:off x="7236300" y="278858"/>
            <a:ext cx="1630200" cy="13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191" name="Google Shape;191;p26"/>
          <p:cNvSpPr txBox="1">
            <a:spLocks noGrp="1"/>
          </p:cNvSpPr>
          <p:nvPr>
            <p:ph type="sldNum" idx="12"/>
          </p:nvPr>
        </p:nvSpPr>
        <p:spPr>
          <a:xfrm>
            <a:off x="8208648" y="4749900"/>
            <a:ext cx="657900" cy="1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0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pPr marL="0" lvl="0" indent="-4445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mo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 - Alt 1">
  <p:cSld name="CUSTOM_12">
    <p:bg>
      <p:bgPr>
        <a:solidFill>
          <a:schemeClr val="accent5"/>
        </a:solidFill>
        <a:effectLst/>
      </p:bgPr>
    </p:bg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7"/>
          <p:cNvSpPr txBox="1">
            <a:spLocks noGrp="1"/>
          </p:cNvSpPr>
          <p:nvPr>
            <p:ph type="title"/>
          </p:nvPr>
        </p:nvSpPr>
        <p:spPr>
          <a:xfrm>
            <a:off x="277500" y="416250"/>
            <a:ext cx="8589000" cy="885000"/>
          </a:xfrm>
          <a:prstGeom prst="rect">
            <a:avLst/>
          </a:prstGeom>
        </p:spPr>
        <p:txBody>
          <a:bodyPr spcFirstLastPara="1" wrap="square" lIns="0" tIns="91425" rIns="0" bIns="0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9pPr>
          </a:lstStyle>
          <a:p>
            <a:endParaRPr/>
          </a:p>
        </p:txBody>
      </p:sp>
      <p:sp>
        <p:nvSpPr>
          <p:cNvPr id="194" name="Google Shape;194;p27"/>
          <p:cNvSpPr txBox="1">
            <a:spLocks noGrp="1"/>
          </p:cNvSpPr>
          <p:nvPr>
            <p:ph type="subTitle" idx="1"/>
          </p:nvPr>
        </p:nvSpPr>
        <p:spPr>
          <a:xfrm>
            <a:off x="277500" y="278858"/>
            <a:ext cx="1630200" cy="13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195" name="Google Shape;195;p27"/>
          <p:cNvSpPr txBox="1">
            <a:spLocks noGrp="1"/>
          </p:cNvSpPr>
          <p:nvPr>
            <p:ph type="subTitle" idx="2"/>
          </p:nvPr>
        </p:nvSpPr>
        <p:spPr>
          <a:xfrm>
            <a:off x="7236300" y="278858"/>
            <a:ext cx="1630200" cy="13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196" name="Google Shape;196;p27"/>
          <p:cNvSpPr txBox="1">
            <a:spLocks noGrp="1"/>
          </p:cNvSpPr>
          <p:nvPr>
            <p:ph type="sldNum" idx="12"/>
          </p:nvPr>
        </p:nvSpPr>
        <p:spPr>
          <a:xfrm>
            <a:off x="8208648" y="4749900"/>
            <a:ext cx="657900" cy="1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0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pPr marL="0" lvl="0" indent="-4445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mo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7" name="Google Shape;197;p27"/>
          <p:cNvSpPr txBox="1">
            <a:spLocks noGrp="1"/>
          </p:cNvSpPr>
          <p:nvPr>
            <p:ph type="body" idx="3"/>
          </p:nvPr>
        </p:nvSpPr>
        <p:spPr>
          <a:xfrm>
            <a:off x="4956525" y="3571875"/>
            <a:ext cx="3585000" cy="1098000"/>
          </a:xfrm>
          <a:prstGeom prst="rect">
            <a:avLst/>
          </a:prstGeom>
        </p:spPr>
        <p:txBody>
          <a:bodyPr spcFirstLastPara="1" wrap="square" lIns="0" tIns="91425" rIns="0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  <p:sp>
        <p:nvSpPr>
          <p:cNvPr id="198" name="Google Shape;198;p27"/>
          <p:cNvSpPr txBox="1">
            <a:spLocks noGrp="1"/>
          </p:cNvSpPr>
          <p:nvPr>
            <p:ph type="body" idx="4"/>
          </p:nvPr>
        </p:nvSpPr>
        <p:spPr>
          <a:xfrm>
            <a:off x="389475" y="3571875"/>
            <a:ext cx="3585000" cy="1098000"/>
          </a:xfrm>
          <a:prstGeom prst="rect">
            <a:avLst/>
          </a:prstGeom>
        </p:spPr>
        <p:txBody>
          <a:bodyPr spcFirstLastPara="1" wrap="square" lIns="0" tIns="91425" rIns="0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  <p:sp>
        <p:nvSpPr>
          <p:cNvPr id="199" name="Google Shape;199;p27"/>
          <p:cNvSpPr txBox="1">
            <a:spLocks noGrp="1"/>
          </p:cNvSpPr>
          <p:nvPr>
            <p:ph type="subTitle" idx="5"/>
          </p:nvPr>
        </p:nvSpPr>
        <p:spPr>
          <a:xfrm>
            <a:off x="479925" y="2730150"/>
            <a:ext cx="3220500" cy="507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Font typeface="Arimo"/>
              <a:buNone/>
              <a:defRPr sz="20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200" name="Google Shape;200;p27"/>
          <p:cNvSpPr txBox="1">
            <a:spLocks noGrp="1"/>
          </p:cNvSpPr>
          <p:nvPr>
            <p:ph type="subTitle" idx="6"/>
          </p:nvPr>
        </p:nvSpPr>
        <p:spPr>
          <a:xfrm>
            <a:off x="4868275" y="2730150"/>
            <a:ext cx="3220500" cy="507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Font typeface="Arimo"/>
              <a:buNone/>
              <a:defRPr sz="20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1">
  <p:cSld name="CUSTOM_13">
    <p:bg>
      <p:bgPr>
        <a:solidFill>
          <a:schemeClr val="accent5"/>
        </a:solidFill>
        <a:effectLst/>
      </p:bgPr>
    </p:bg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8"/>
          <p:cNvSpPr>
            <a:spLocks noGrp="1"/>
          </p:cNvSpPr>
          <p:nvPr>
            <p:ph type="pic" idx="2"/>
          </p:nvPr>
        </p:nvSpPr>
        <p:spPr>
          <a:xfrm>
            <a:off x="502800" y="2080575"/>
            <a:ext cx="603600" cy="603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203" name="Google Shape;203;p28"/>
          <p:cNvSpPr>
            <a:spLocks noGrp="1"/>
          </p:cNvSpPr>
          <p:nvPr>
            <p:ph type="pic" idx="3"/>
          </p:nvPr>
        </p:nvSpPr>
        <p:spPr>
          <a:xfrm>
            <a:off x="6334750" y="2080575"/>
            <a:ext cx="603600" cy="603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204" name="Google Shape;204;p28"/>
          <p:cNvSpPr>
            <a:spLocks noGrp="1"/>
          </p:cNvSpPr>
          <p:nvPr>
            <p:ph type="pic" idx="4"/>
          </p:nvPr>
        </p:nvSpPr>
        <p:spPr>
          <a:xfrm>
            <a:off x="3418775" y="2080550"/>
            <a:ext cx="603600" cy="603600"/>
          </a:xfrm>
          <a:prstGeom prst="ellipse">
            <a:avLst/>
          </a:prstGeom>
          <a:noFill/>
          <a:ln>
            <a:noFill/>
          </a:ln>
        </p:spPr>
      </p:sp>
      <p:sp>
        <p:nvSpPr>
          <p:cNvPr id="205" name="Google Shape;205;p28"/>
          <p:cNvSpPr txBox="1">
            <a:spLocks noGrp="1"/>
          </p:cNvSpPr>
          <p:nvPr>
            <p:ph type="title"/>
          </p:nvPr>
        </p:nvSpPr>
        <p:spPr>
          <a:xfrm>
            <a:off x="277500" y="416250"/>
            <a:ext cx="8589000" cy="885000"/>
          </a:xfrm>
          <a:prstGeom prst="rect">
            <a:avLst/>
          </a:prstGeom>
        </p:spPr>
        <p:txBody>
          <a:bodyPr spcFirstLastPara="1" wrap="square" lIns="0" tIns="91425" rIns="0" bIns="0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9pPr>
          </a:lstStyle>
          <a:p>
            <a:endParaRPr/>
          </a:p>
        </p:txBody>
      </p:sp>
      <p:sp>
        <p:nvSpPr>
          <p:cNvPr id="206" name="Google Shape;206;p28"/>
          <p:cNvSpPr txBox="1">
            <a:spLocks noGrp="1"/>
          </p:cNvSpPr>
          <p:nvPr>
            <p:ph type="subTitle" idx="1"/>
          </p:nvPr>
        </p:nvSpPr>
        <p:spPr>
          <a:xfrm>
            <a:off x="277500" y="278858"/>
            <a:ext cx="1630200" cy="13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207" name="Google Shape;207;p28"/>
          <p:cNvSpPr txBox="1">
            <a:spLocks noGrp="1"/>
          </p:cNvSpPr>
          <p:nvPr>
            <p:ph type="subTitle" idx="5"/>
          </p:nvPr>
        </p:nvSpPr>
        <p:spPr>
          <a:xfrm>
            <a:off x="7236300" y="278858"/>
            <a:ext cx="1630200" cy="13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208" name="Google Shape;208;p28"/>
          <p:cNvSpPr txBox="1">
            <a:spLocks noGrp="1"/>
          </p:cNvSpPr>
          <p:nvPr>
            <p:ph type="sldNum" idx="12"/>
          </p:nvPr>
        </p:nvSpPr>
        <p:spPr>
          <a:xfrm>
            <a:off x="8208648" y="4749900"/>
            <a:ext cx="657900" cy="1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0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pPr marL="0" lvl="0" indent="-4445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mo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28"/>
          <p:cNvSpPr txBox="1">
            <a:spLocks noGrp="1"/>
          </p:cNvSpPr>
          <p:nvPr>
            <p:ph type="body" idx="6"/>
          </p:nvPr>
        </p:nvSpPr>
        <p:spPr>
          <a:xfrm>
            <a:off x="480250" y="3608000"/>
            <a:ext cx="2386500" cy="1098000"/>
          </a:xfrm>
          <a:prstGeom prst="rect">
            <a:avLst/>
          </a:prstGeom>
        </p:spPr>
        <p:txBody>
          <a:bodyPr spcFirstLastPara="1" wrap="square" lIns="0" tIns="91425" rIns="0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  <p:sp>
        <p:nvSpPr>
          <p:cNvPr id="210" name="Google Shape;210;p28"/>
          <p:cNvSpPr txBox="1">
            <a:spLocks noGrp="1"/>
          </p:cNvSpPr>
          <p:nvPr>
            <p:ph type="body" idx="7"/>
          </p:nvPr>
        </p:nvSpPr>
        <p:spPr>
          <a:xfrm>
            <a:off x="3422476" y="3608000"/>
            <a:ext cx="2386500" cy="1098000"/>
          </a:xfrm>
          <a:prstGeom prst="rect">
            <a:avLst/>
          </a:prstGeom>
        </p:spPr>
        <p:txBody>
          <a:bodyPr spcFirstLastPara="1" wrap="square" lIns="0" tIns="91425" rIns="0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  <p:sp>
        <p:nvSpPr>
          <p:cNvPr id="211" name="Google Shape;211;p28"/>
          <p:cNvSpPr txBox="1">
            <a:spLocks noGrp="1"/>
          </p:cNvSpPr>
          <p:nvPr>
            <p:ph type="body" idx="8"/>
          </p:nvPr>
        </p:nvSpPr>
        <p:spPr>
          <a:xfrm>
            <a:off x="6326625" y="3608000"/>
            <a:ext cx="2317200" cy="1098000"/>
          </a:xfrm>
          <a:prstGeom prst="rect">
            <a:avLst/>
          </a:prstGeom>
        </p:spPr>
        <p:txBody>
          <a:bodyPr spcFirstLastPara="1" wrap="square" lIns="0" tIns="91425" rIns="0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  <p:sp>
        <p:nvSpPr>
          <p:cNvPr id="212" name="Google Shape;212;p28"/>
          <p:cNvSpPr txBox="1">
            <a:spLocks noGrp="1"/>
          </p:cNvSpPr>
          <p:nvPr>
            <p:ph type="subTitle" idx="9"/>
          </p:nvPr>
        </p:nvSpPr>
        <p:spPr>
          <a:xfrm>
            <a:off x="480251" y="2861025"/>
            <a:ext cx="2386500" cy="669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Font typeface="Arimo"/>
              <a:buNone/>
              <a:defRPr sz="20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Font typeface="Arimo"/>
              <a:buNone/>
              <a:defRPr sz="2000"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Font typeface="Arimo"/>
              <a:buNone/>
              <a:defRPr sz="2000"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Font typeface="Arimo"/>
              <a:buNone/>
              <a:defRPr sz="2000"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Font typeface="Arimo"/>
              <a:buNone/>
              <a:defRPr sz="2000"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Font typeface="Arimo"/>
              <a:buNone/>
              <a:defRPr sz="2000"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Font typeface="Arimo"/>
              <a:buNone/>
              <a:defRPr sz="2000"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Font typeface="Arimo"/>
              <a:buNone/>
              <a:defRPr sz="2000"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Font typeface="Arimo"/>
              <a:buNone/>
              <a:defRPr sz="2000"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213" name="Google Shape;213;p28"/>
          <p:cNvSpPr txBox="1">
            <a:spLocks noGrp="1"/>
          </p:cNvSpPr>
          <p:nvPr>
            <p:ph type="subTitle" idx="13"/>
          </p:nvPr>
        </p:nvSpPr>
        <p:spPr>
          <a:xfrm>
            <a:off x="3422476" y="2861025"/>
            <a:ext cx="2386500" cy="669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Font typeface="Arimo"/>
              <a:buNone/>
              <a:defRPr sz="20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Font typeface="Arimo"/>
              <a:buNone/>
              <a:defRPr sz="2000"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Font typeface="Arimo"/>
              <a:buNone/>
              <a:defRPr sz="2000"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Font typeface="Arimo"/>
              <a:buNone/>
              <a:defRPr sz="2000"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Font typeface="Arimo"/>
              <a:buNone/>
              <a:defRPr sz="2000"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Font typeface="Arimo"/>
              <a:buNone/>
              <a:defRPr sz="2000"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Font typeface="Arimo"/>
              <a:buNone/>
              <a:defRPr sz="2000"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Font typeface="Arimo"/>
              <a:buNone/>
              <a:defRPr sz="2000"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Font typeface="Arimo"/>
              <a:buNone/>
              <a:defRPr sz="2000"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214" name="Google Shape;214;p28"/>
          <p:cNvSpPr txBox="1">
            <a:spLocks noGrp="1"/>
          </p:cNvSpPr>
          <p:nvPr>
            <p:ph type="subTitle" idx="14"/>
          </p:nvPr>
        </p:nvSpPr>
        <p:spPr>
          <a:xfrm>
            <a:off x="6328801" y="2861025"/>
            <a:ext cx="2386500" cy="669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Font typeface="Arimo"/>
              <a:buNone/>
              <a:defRPr sz="20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Font typeface="Arimo"/>
              <a:buNone/>
              <a:defRPr sz="2000"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Font typeface="Arimo"/>
              <a:buNone/>
              <a:defRPr sz="2000"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Font typeface="Arimo"/>
              <a:buNone/>
              <a:defRPr sz="2000"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Font typeface="Arimo"/>
              <a:buNone/>
              <a:defRPr sz="2000"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Font typeface="Arimo"/>
              <a:buNone/>
              <a:defRPr sz="2000"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Font typeface="Arimo"/>
              <a:buNone/>
              <a:defRPr sz="2000"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Font typeface="Arimo"/>
              <a:buNone/>
              <a:defRPr sz="2000"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Font typeface="Arimo"/>
              <a:buNone/>
              <a:defRPr sz="2000"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2">
  <p:cSld name="CUSTOM_13_1">
    <p:bg>
      <p:bgPr>
        <a:solidFill>
          <a:schemeClr val="accent5"/>
        </a:solidFill>
        <a:effectLst/>
      </p:bgPr>
    </p:bg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9"/>
          <p:cNvSpPr>
            <a:spLocks noGrp="1"/>
          </p:cNvSpPr>
          <p:nvPr>
            <p:ph type="pic" idx="2"/>
          </p:nvPr>
        </p:nvSpPr>
        <p:spPr>
          <a:xfrm>
            <a:off x="4644850" y="1299225"/>
            <a:ext cx="1037700" cy="1056300"/>
          </a:xfrm>
          <a:prstGeom prst="roundRect">
            <a:avLst>
              <a:gd name="adj" fmla="val 12807"/>
            </a:avLst>
          </a:prstGeom>
          <a:noFill/>
          <a:ln>
            <a:noFill/>
          </a:ln>
        </p:spPr>
      </p:sp>
      <p:sp>
        <p:nvSpPr>
          <p:cNvPr id="217" name="Google Shape;217;p29"/>
          <p:cNvSpPr>
            <a:spLocks noGrp="1"/>
          </p:cNvSpPr>
          <p:nvPr>
            <p:ph type="pic" idx="3"/>
          </p:nvPr>
        </p:nvSpPr>
        <p:spPr>
          <a:xfrm>
            <a:off x="4644850" y="3642825"/>
            <a:ext cx="1037700" cy="1056300"/>
          </a:xfrm>
          <a:prstGeom prst="roundRect">
            <a:avLst>
              <a:gd name="adj" fmla="val 12807"/>
            </a:avLst>
          </a:prstGeom>
          <a:noFill/>
          <a:ln>
            <a:noFill/>
          </a:ln>
        </p:spPr>
      </p:sp>
      <p:sp>
        <p:nvSpPr>
          <p:cNvPr id="218" name="Google Shape;218;p29"/>
          <p:cNvSpPr>
            <a:spLocks noGrp="1"/>
          </p:cNvSpPr>
          <p:nvPr>
            <p:ph type="pic" idx="4"/>
          </p:nvPr>
        </p:nvSpPr>
        <p:spPr>
          <a:xfrm>
            <a:off x="7828875" y="2471025"/>
            <a:ext cx="1037700" cy="1056300"/>
          </a:xfrm>
          <a:prstGeom prst="roundRect">
            <a:avLst>
              <a:gd name="adj" fmla="val 12807"/>
            </a:avLst>
          </a:prstGeom>
          <a:noFill/>
          <a:ln>
            <a:noFill/>
          </a:ln>
        </p:spPr>
      </p:sp>
      <p:sp>
        <p:nvSpPr>
          <p:cNvPr id="219" name="Google Shape;219;p29"/>
          <p:cNvSpPr>
            <a:spLocks noGrp="1"/>
          </p:cNvSpPr>
          <p:nvPr>
            <p:ph type="pic" idx="5"/>
          </p:nvPr>
        </p:nvSpPr>
        <p:spPr>
          <a:xfrm>
            <a:off x="373175" y="1147525"/>
            <a:ext cx="3579900" cy="3607500"/>
          </a:xfrm>
          <a:prstGeom prst="roundRect">
            <a:avLst>
              <a:gd name="adj" fmla="val 11548"/>
            </a:avLst>
          </a:prstGeom>
          <a:noFill/>
          <a:ln>
            <a:noFill/>
          </a:ln>
        </p:spPr>
      </p:sp>
      <p:sp>
        <p:nvSpPr>
          <p:cNvPr id="220" name="Google Shape;220;p29"/>
          <p:cNvSpPr txBox="1">
            <a:spLocks noGrp="1"/>
          </p:cNvSpPr>
          <p:nvPr>
            <p:ph type="title"/>
          </p:nvPr>
        </p:nvSpPr>
        <p:spPr>
          <a:xfrm>
            <a:off x="277500" y="416250"/>
            <a:ext cx="8589000" cy="626700"/>
          </a:xfrm>
          <a:prstGeom prst="rect">
            <a:avLst/>
          </a:prstGeom>
        </p:spPr>
        <p:txBody>
          <a:bodyPr spcFirstLastPara="1" wrap="square" lIns="0" tIns="91425" rIns="0" bIns="0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9pPr>
          </a:lstStyle>
          <a:p>
            <a:endParaRPr/>
          </a:p>
        </p:txBody>
      </p:sp>
      <p:sp>
        <p:nvSpPr>
          <p:cNvPr id="221" name="Google Shape;221;p29"/>
          <p:cNvSpPr txBox="1">
            <a:spLocks noGrp="1"/>
          </p:cNvSpPr>
          <p:nvPr>
            <p:ph type="subTitle" idx="1"/>
          </p:nvPr>
        </p:nvSpPr>
        <p:spPr>
          <a:xfrm>
            <a:off x="277500" y="278858"/>
            <a:ext cx="1630200" cy="13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222" name="Google Shape;222;p29"/>
          <p:cNvSpPr txBox="1">
            <a:spLocks noGrp="1"/>
          </p:cNvSpPr>
          <p:nvPr>
            <p:ph type="subTitle" idx="6"/>
          </p:nvPr>
        </p:nvSpPr>
        <p:spPr>
          <a:xfrm>
            <a:off x="7236300" y="278858"/>
            <a:ext cx="1630200" cy="13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223" name="Google Shape;223;p29"/>
          <p:cNvSpPr txBox="1">
            <a:spLocks noGrp="1"/>
          </p:cNvSpPr>
          <p:nvPr>
            <p:ph type="sldNum" idx="12"/>
          </p:nvPr>
        </p:nvSpPr>
        <p:spPr>
          <a:xfrm>
            <a:off x="8208648" y="4749900"/>
            <a:ext cx="657900" cy="1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0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pPr marL="0" lvl="0" indent="-4445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mo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24" name="Google Shape;224;p29"/>
          <p:cNvSpPr txBox="1">
            <a:spLocks noGrp="1"/>
          </p:cNvSpPr>
          <p:nvPr>
            <p:ph type="title" idx="7"/>
          </p:nvPr>
        </p:nvSpPr>
        <p:spPr>
          <a:xfrm>
            <a:off x="6033800" y="1539375"/>
            <a:ext cx="2477400" cy="2340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imo Medium"/>
                <a:ea typeface="Arimo Medium"/>
                <a:cs typeface="Arimo Medium"/>
                <a:sym typeface="Arimo Medium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imo Medium"/>
                <a:ea typeface="Arimo Medium"/>
                <a:cs typeface="Arimo Medium"/>
                <a:sym typeface="Arimo Medium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imo Medium"/>
                <a:ea typeface="Arimo Medium"/>
                <a:cs typeface="Arimo Medium"/>
                <a:sym typeface="Arimo Medium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imo Medium"/>
                <a:ea typeface="Arimo Medium"/>
                <a:cs typeface="Arimo Medium"/>
                <a:sym typeface="Arimo Medium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imo Medium"/>
                <a:ea typeface="Arimo Medium"/>
                <a:cs typeface="Arimo Medium"/>
                <a:sym typeface="Arimo Medium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imo Medium"/>
                <a:ea typeface="Arimo Medium"/>
                <a:cs typeface="Arimo Medium"/>
                <a:sym typeface="Arimo Medium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imo Medium"/>
                <a:ea typeface="Arimo Medium"/>
                <a:cs typeface="Arimo Medium"/>
                <a:sym typeface="Arimo Medium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imo Medium"/>
                <a:ea typeface="Arimo Medium"/>
                <a:cs typeface="Arimo Medium"/>
                <a:sym typeface="Arimo Medium"/>
              </a:defRPr>
            </a:lvl9pPr>
          </a:lstStyle>
          <a:p>
            <a:endParaRPr/>
          </a:p>
        </p:txBody>
      </p:sp>
      <p:sp>
        <p:nvSpPr>
          <p:cNvPr id="225" name="Google Shape;225;p29"/>
          <p:cNvSpPr txBox="1">
            <a:spLocks noGrp="1"/>
          </p:cNvSpPr>
          <p:nvPr>
            <p:ph type="title" idx="8"/>
          </p:nvPr>
        </p:nvSpPr>
        <p:spPr>
          <a:xfrm>
            <a:off x="6033800" y="1808625"/>
            <a:ext cx="2832600" cy="525600"/>
          </a:xfrm>
          <a:prstGeom prst="rect">
            <a:avLst/>
          </a:prstGeom>
        </p:spPr>
        <p:txBody>
          <a:bodyPr spcFirstLastPara="1" wrap="square" lIns="0" tIns="0" rIns="182875" bIns="182875" anchor="t" anchorCtr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8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latin typeface="Arimo Medium"/>
                <a:ea typeface="Arimo Medium"/>
                <a:cs typeface="Arimo Medium"/>
                <a:sym typeface="Arimo Medium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latin typeface="Arimo Medium"/>
                <a:ea typeface="Arimo Medium"/>
                <a:cs typeface="Arimo Medium"/>
                <a:sym typeface="Arimo Medium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latin typeface="Arimo Medium"/>
                <a:ea typeface="Arimo Medium"/>
                <a:cs typeface="Arimo Medium"/>
                <a:sym typeface="Arimo Medium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latin typeface="Arimo Medium"/>
                <a:ea typeface="Arimo Medium"/>
                <a:cs typeface="Arimo Medium"/>
                <a:sym typeface="Arimo Medium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latin typeface="Arimo Medium"/>
                <a:ea typeface="Arimo Medium"/>
                <a:cs typeface="Arimo Medium"/>
                <a:sym typeface="Arimo Medium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latin typeface="Arimo Medium"/>
                <a:ea typeface="Arimo Medium"/>
                <a:cs typeface="Arimo Medium"/>
                <a:sym typeface="Arimo Medium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latin typeface="Arimo Medium"/>
                <a:ea typeface="Arimo Medium"/>
                <a:cs typeface="Arimo Medium"/>
                <a:sym typeface="Arimo Medium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latin typeface="Arimo Medium"/>
                <a:ea typeface="Arimo Medium"/>
                <a:cs typeface="Arimo Medium"/>
                <a:sym typeface="Arimo Medium"/>
              </a:defRPr>
            </a:lvl9pPr>
          </a:lstStyle>
          <a:p>
            <a:endParaRPr/>
          </a:p>
        </p:txBody>
      </p:sp>
      <p:sp>
        <p:nvSpPr>
          <p:cNvPr id="226" name="Google Shape;226;p29"/>
          <p:cNvSpPr txBox="1">
            <a:spLocks noGrp="1"/>
          </p:cNvSpPr>
          <p:nvPr>
            <p:ph type="title" idx="9"/>
          </p:nvPr>
        </p:nvSpPr>
        <p:spPr>
          <a:xfrm>
            <a:off x="4869750" y="2711175"/>
            <a:ext cx="2477400" cy="2340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imo Medium"/>
                <a:ea typeface="Arimo Medium"/>
                <a:cs typeface="Arimo Medium"/>
                <a:sym typeface="Arimo Medium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imo Medium"/>
                <a:ea typeface="Arimo Medium"/>
                <a:cs typeface="Arimo Medium"/>
                <a:sym typeface="Arimo Medium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imo Medium"/>
                <a:ea typeface="Arimo Medium"/>
                <a:cs typeface="Arimo Medium"/>
                <a:sym typeface="Arimo Medium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imo Medium"/>
                <a:ea typeface="Arimo Medium"/>
                <a:cs typeface="Arimo Medium"/>
                <a:sym typeface="Arimo Medium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imo Medium"/>
                <a:ea typeface="Arimo Medium"/>
                <a:cs typeface="Arimo Medium"/>
                <a:sym typeface="Arimo Medium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imo Medium"/>
                <a:ea typeface="Arimo Medium"/>
                <a:cs typeface="Arimo Medium"/>
                <a:sym typeface="Arimo Medium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imo Medium"/>
                <a:ea typeface="Arimo Medium"/>
                <a:cs typeface="Arimo Medium"/>
                <a:sym typeface="Arimo Medium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imo Medium"/>
                <a:ea typeface="Arimo Medium"/>
                <a:cs typeface="Arimo Medium"/>
                <a:sym typeface="Arimo Medium"/>
              </a:defRPr>
            </a:lvl9pPr>
          </a:lstStyle>
          <a:p>
            <a:endParaRPr/>
          </a:p>
        </p:txBody>
      </p:sp>
      <p:sp>
        <p:nvSpPr>
          <p:cNvPr id="227" name="Google Shape;227;p29"/>
          <p:cNvSpPr txBox="1">
            <a:spLocks noGrp="1"/>
          </p:cNvSpPr>
          <p:nvPr>
            <p:ph type="title" idx="13"/>
          </p:nvPr>
        </p:nvSpPr>
        <p:spPr>
          <a:xfrm>
            <a:off x="4869750" y="2980425"/>
            <a:ext cx="2832600" cy="525600"/>
          </a:xfrm>
          <a:prstGeom prst="rect">
            <a:avLst/>
          </a:prstGeom>
        </p:spPr>
        <p:txBody>
          <a:bodyPr spcFirstLastPara="1" wrap="square" lIns="0" tIns="0" rIns="182875" bIns="182875" anchor="t" anchorCtr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8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latin typeface="Arimo Medium"/>
                <a:ea typeface="Arimo Medium"/>
                <a:cs typeface="Arimo Medium"/>
                <a:sym typeface="Arimo Medium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latin typeface="Arimo Medium"/>
                <a:ea typeface="Arimo Medium"/>
                <a:cs typeface="Arimo Medium"/>
                <a:sym typeface="Arimo Medium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latin typeface="Arimo Medium"/>
                <a:ea typeface="Arimo Medium"/>
                <a:cs typeface="Arimo Medium"/>
                <a:sym typeface="Arimo Medium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latin typeface="Arimo Medium"/>
                <a:ea typeface="Arimo Medium"/>
                <a:cs typeface="Arimo Medium"/>
                <a:sym typeface="Arimo Medium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latin typeface="Arimo Medium"/>
                <a:ea typeface="Arimo Medium"/>
                <a:cs typeface="Arimo Medium"/>
                <a:sym typeface="Arimo Medium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latin typeface="Arimo Medium"/>
                <a:ea typeface="Arimo Medium"/>
                <a:cs typeface="Arimo Medium"/>
                <a:sym typeface="Arimo Medium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latin typeface="Arimo Medium"/>
                <a:ea typeface="Arimo Medium"/>
                <a:cs typeface="Arimo Medium"/>
                <a:sym typeface="Arimo Medium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latin typeface="Arimo Medium"/>
                <a:ea typeface="Arimo Medium"/>
                <a:cs typeface="Arimo Medium"/>
                <a:sym typeface="Arimo Medium"/>
              </a:defRPr>
            </a:lvl9pPr>
          </a:lstStyle>
          <a:p>
            <a:endParaRPr/>
          </a:p>
        </p:txBody>
      </p:sp>
      <p:sp>
        <p:nvSpPr>
          <p:cNvPr id="228" name="Google Shape;228;p29"/>
          <p:cNvSpPr txBox="1">
            <a:spLocks noGrp="1"/>
          </p:cNvSpPr>
          <p:nvPr>
            <p:ph type="title" idx="14"/>
          </p:nvPr>
        </p:nvSpPr>
        <p:spPr>
          <a:xfrm>
            <a:off x="6033800" y="3882975"/>
            <a:ext cx="2477400" cy="2340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imo Medium"/>
                <a:ea typeface="Arimo Medium"/>
                <a:cs typeface="Arimo Medium"/>
                <a:sym typeface="Arimo Medium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imo Medium"/>
                <a:ea typeface="Arimo Medium"/>
                <a:cs typeface="Arimo Medium"/>
                <a:sym typeface="Arimo Medium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imo Medium"/>
                <a:ea typeface="Arimo Medium"/>
                <a:cs typeface="Arimo Medium"/>
                <a:sym typeface="Arimo Medium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imo Medium"/>
                <a:ea typeface="Arimo Medium"/>
                <a:cs typeface="Arimo Medium"/>
                <a:sym typeface="Arimo Medium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imo Medium"/>
                <a:ea typeface="Arimo Medium"/>
                <a:cs typeface="Arimo Medium"/>
                <a:sym typeface="Arimo Medium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imo Medium"/>
                <a:ea typeface="Arimo Medium"/>
                <a:cs typeface="Arimo Medium"/>
                <a:sym typeface="Arimo Medium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imo Medium"/>
                <a:ea typeface="Arimo Medium"/>
                <a:cs typeface="Arimo Medium"/>
                <a:sym typeface="Arimo Medium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imo Medium"/>
                <a:ea typeface="Arimo Medium"/>
                <a:cs typeface="Arimo Medium"/>
                <a:sym typeface="Arimo Medium"/>
              </a:defRPr>
            </a:lvl9pPr>
          </a:lstStyle>
          <a:p>
            <a:endParaRPr/>
          </a:p>
        </p:txBody>
      </p:sp>
      <p:sp>
        <p:nvSpPr>
          <p:cNvPr id="229" name="Google Shape;229;p29"/>
          <p:cNvSpPr txBox="1">
            <a:spLocks noGrp="1"/>
          </p:cNvSpPr>
          <p:nvPr>
            <p:ph type="title" idx="15"/>
          </p:nvPr>
        </p:nvSpPr>
        <p:spPr>
          <a:xfrm>
            <a:off x="6033800" y="4152225"/>
            <a:ext cx="2832600" cy="525600"/>
          </a:xfrm>
          <a:prstGeom prst="rect">
            <a:avLst/>
          </a:prstGeom>
        </p:spPr>
        <p:txBody>
          <a:bodyPr spcFirstLastPara="1" wrap="square" lIns="0" tIns="0" rIns="182875" bIns="182875" anchor="t" anchorCtr="0">
            <a:no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8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latin typeface="Arimo Medium"/>
                <a:ea typeface="Arimo Medium"/>
                <a:cs typeface="Arimo Medium"/>
                <a:sym typeface="Arimo Medium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latin typeface="Arimo Medium"/>
                <a:ea typeface="Arimo Medium"/>
                <a:cs typeface="Arimo Medium"/>
                <a:sym typeface="Arimo Medium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latin typeface="Arimo Medium"/>
                <a:ea typeface="Arimo Medium"/>
                <a:cs typeface="Arimo Medium"/>
                <a:sym typeface="Arimo Medium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latin typeface="Arimo Medium"/>
                <a:ea typeface="Arimo Medium"/>
                <a:cs typeface="Arimo Medium"/>
                <a:sym typeface="Arimo Medium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latin typeface="Arimo Medium"/>
                <a:ea typeface="Arimo Medium"/>
                <a:cs typeface="Arimo Medium"/>
                <a:sym typeface="Arimo Medium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latin typeface="Arimo Medium"/>
                <a:ea typeface="Arimo Medium"/>
                <a:cs typeface="Arimo Medium"/>
                <a:sym typeface="Arimo Medium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latin typeface="Arimo Medium"/>
                <a:ea typeface="Arimo Medium"/>
                <a:cs typeface="Arimo Medium"/>
                <a:sym typeface="Arimo Medium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latin typeface="Arimo Medium"/>
                <a:ea typeface="Arimo Medium"/>
                <a:cs typeface="Arimo Medium"/>
                <a:sym typeface="Arimo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 - Alt 1">
  <p:cSld name="CUSTOM_14">
    <p:bg>
      <p:bgPr>
        <a:solidFill>
          <a:schemeClr val="accent5"/>
        </a:solidFill>
        <a:effectLst/>
      </p:bgPr>
    </p:bg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0"/>
          <p:cNvSpPr txBox="1">
            <a:spLocks noGrp="1"/>
          </p:cNvSpPr>
          <p:nvPr>
            <p:ph type="title"/>
          </p:nvPr>
        </p:nvSpPr>
        <p:spPr>
          <a:xfrm>
            <a:off x="277500" y="416250"/>
            <a:ext cx="8589000" cy="885000"/>
          </a:xfrm>
          <a:prstGeom prst="rect">
            <a:avLst/>
          </a:prstGeom>
        </p:spPr>
        <p:txBody>
          <a:bodyPr spcFirstLastPara="1" wrap="square" lIns="0" tIns="91425" rIns="0" bIns="0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9pPr>
          </a:lstStyle>
          <a:p>
            <a:endParaRPr/>
          </a:p>
        </p:txBody>
      </p:sp>
      <p:sp>
        <p:nvSpPr>
          <p:cNvPr id="232" name="Google Shape;232;p30"/>
          <p:cNvSpPr txBox="1">
            <a:spLocks noGrp="1"/>
          </p:cNvSpPr>
          <p:nvPr>
            <p:ph type="subTitle" idx="1"/>
          </p:nvPr>
        </p:nvSpPr>
        <p:spPr>
          <a:xfrm>
            <a:off x="277500" y="278858"/>
            <a:ext cx="1630200" cy="13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233" name="Google Shape;233;p30"/>
          <p:cNvSpPr txBox="1">
            <a:spLocks noGrp="1"/>
          </p:cNvSpPr>
          <p:nvPr>
            <p:ph type="subTitle" idx="2"/>
          </p:nvPr>
        </p:nvSpPr>
        <p:spPr>
          <a:xfrm>
            <a:off x="7236300" y="278858"/>
            <a:ext cx="1630200" cy="13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234" name="Google Shape;234;p30"/>
          <p:cNvSpPr txBox="1">
            <a:spLocks noGrp="1"/>
          </p:cNvSpPr>
          <p:nvPr>
            <p:ph type="sldNum" idx="12"/>
          </p:nvPr>
        </p:nvSpPr>
        <p:spPr>
          <a:xfrm>
            <a:off x="8208648" y="4749900"/>
            <a:ext cx="657900" cy="1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0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pPr marL="0" lvl="0" indent="-4445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mo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5" name="Google Shape;235;p30"/>
          <p:cNvSpPr txBox="1">
            <a:spLocks noGrp="1"/>
          </p:cNvSpPr>
          <p:nvPr>
            <p:ph type="body" idx="3"/>
          </p:nvPr>
        </p:nvSpPr>
        <p:spPr>
          <a:xfrm>
            <a:off x="2266900" y="3184400"/>
            <a:ext cx="1304700" cy="1297800"/>
          </a:xfrm>
          <a:prstGeom prst="rect">
            <a:avLst/>
          </a:prstGeom>
        </p:spPr>
        <p:txBody>
          <a:bodyPr spcFirstLastPara="1" wrap="square" lIns="0" tIns="91425" rIns="0" bIns="91425" anchor="t" anchorCtr="0">
            <a:noAutofit/>
          </a:bodyPr>
          <a:lstStyle>
            <a:lvl1pPr marL="457200" lvl="0" indent="-285750">
              <a:spcBef>
                <a:spcPts val="0"/>
              </a:spcBef>
              <a:spcAft>
                <a:spcPts val="0"/>
              </a:spcAft>
              <a:buSzPts val="900"/>
              <a:buChar char="●"/>
              <a:defRPr sz="900"/>
            </a:lvl1pPr>
            <a:lvl2pPr marL="914400" lvl="1" indent="-285750">
              <a:spcBef>
                <a:spcPts val="0"/>
              </a:spcBef>
              <a:spcAft>
                <a:spcPts val="0"/>
              </a:spcAft>
              <a:buSzPts val="900"/>
              <a:buChar char="○"/>
              <a:defRPr sz="900"/>
            </a:lvl2pPr>
            <a:lvl3pPr marL="1371600" lvl="2" indent="-285750">
              <a:spcBef>
                <a:spcPts val="0"/>
              </a:spcBef>
              <a:spcAft>
                <a:spcPts val="0"/>
              </a:spcAft>
              <a:buSzPts val="900"/>
              <a:buChar char="■"/>
              <a:defRPr sz="900"/>
            </a:lvl3pPr>
            <a:lvl4pPr marL="1828800" lvl="3" indent="-285750">
              <a:spcBef>
                <a:spcPts val="0"/>
              </a:spcBef>
              <a:spcAft>
                <a:spcPts val="0"/>
              </a:spcAft>
              <a:buSzPts val="900"/>
              <a:buChar char="●"/>
              <a:defRPr sz="900"/>
            </a:lvl4pPr>
            <a:lvl5pPr marL="2286000" lvl="4" indent="-285750">
              <a:spcBef>
                <a:spcPts val="0"/>
              </a:spcBef>
              <a:spcAft>
                <a:spcPts val="0"/>
              </a:spcAft>
              <a:buSzPts val="900"/>
              <a:buChar char="○"/>
              <a:defRPr sz="900"/>
            </a:lvl5pPr>
            <a:lvl6pPr marL="2743200" lvl="5" indent="-285750">
              <a:spcBef>
                <a:spcPts val="0"/>
              </a:spcBef>
              <a:spcAft>
                <a:spcPts val="0"/>
              </a:spcAft>
              <a:buSzPts val="900"/>
              <a:buChar char="■"/>
              <a:defRPr sz="900"/>
            </a:lvl6pPr>
            <a:lvl7pPr marL="3200400" lvl="6" indent="-285750">
              <a:spcBef>
                <a:spcPts val="0"/>
              </a:spcBef>
              <a:spcAft>
                <a:spcPts val="0"/>
              </a:spcAft>
              <a:buSzPts val="900"/>
              <a:buChar char="●"/>
              <a:defRPr sz="900"/>
            </a:lvl7pPr>
            <a:lvl8pPr marL="3657600" lvl="7" indent="-285750">
              <a:spcBef>
                <a:spcPts val="0"/>
              </a:spcBef>
              <a:spcAft>
                <a:spcPts val="0"/>
              </a:spcAft>
              <a:buSzPts val="900"/>
              <a:buChar char="○"/>
              <a:defRPr sz="900"/>
            </a:lvl8pPr>
            <a:lvl9pPr marL="4114800" lvl="8" indent="-285750">
              <a:spcBef>
                <a:spcPts val="0"/>
              </a:spcBef>
              <a:spcAft>
                <a:spcPts val="0"/>
              </a:spcAft>
              <a:buSzPts val="900"/>
              <a:buChar char="■"/>
              <a:defRPr sz="900"/>
            </a:lvl9pPr>
          </a:lstStyle>
          <a:p>
            <a:endParaRPr/>
          </a:p>
        </p:txBody>
      </p:sp>
      <p:sp>
        <p:nvSpPr>
          <p:cNvPr id="236" name="Google Shape;236;p30"/>
          <p:cNvSpPr txBox="1">
            <a:spLocks noGrp="1"/>
          </p:cNvSpPr>
          <p:nvPr>
            <p:ph type="body" idx="4"/>
          </p:nvPr>
        </p:nvSpPr>
        <p:spPr>
          <a:xfrm>
            <a:off x="4006850" y="3184400"/>
            <a:ext cx="1304700" cy="1297800"/>
          </a:xfrm>
          <a:prstGeom prst="rect">
            <a:avLst/>
          </a:prstGeom>
        </p:spPr>
        <p:txBody>
          <a:bodyPr spcFirstLastPara="1" wrap="square" lIns="0" tIns="91425" rIns="0" bIns="91425" anchor="t" anchorCtr="0">
            <a:noAutofit/>
          </a:bodyPr>
          <a:lstStyle>
            <a:lvl1pPr marL="457200" lvl="0" indent="-285750">
              <a:spcBef>
                <a:spcPts val="0"/>
              </a:spcBef>
              <a:spcAft>
                <a:spcPts val="0"/>
              </a:spcAft>
              <a:buSzPts val="900"/>
              <a:buChar char="●"/>
              <a:defRPr sz="900"/>
            </a:lvl1pPr>
            <a:lvl2pPr marL="914400" lvl="1" indent="-285750">
              <a:spcBef>
                <a:spcPts val="0"/>
              </a:spcBef>
              <a:spcAft>
                <a:spcPts val="0"/>
              </a:spcAft>
              <a:buSzPts val="900"/>
              <a:buChar char="○"/>
              <a:defRPr sz="900"/>
            </a:lvl2pPr>
            <a:lvl3pPr marL="1371600" lvl="2" indent="-285750">
              <a:spcBef>
                <a:spcPts val="0"/>
              </a:spcBef>
              <a:spcAft>
                <a:spcPts val="0"/>
              </a:spcAft>
              <a:buSzPts val="900"/>
              <a:buChar char="■"/>
              <a:defRPr sz="900"/>
            </a:lvl3pPr>
            <a:lvl4pPr marL="1828800" lvl="3" indent="-285750">
              <a:spcBef>
                <a:spcPts val="0"/>
              </a:spcBef>
              <a:spcAft>
                <a:spcPts val="0"/>
              </a:spcAft>
              <a:buSzPts val="900"/>
              <a:buChar char="●"/>
              <a:defRPr sz="900"/>
            </a:lvl4pPr>
            <a:lvl5pPr marL="2286000" lvl="4" indent="-285750">
              <a:spcBef>
                <a:spcPts val="0"/>
              </a:spcBef>
              <a:spcAft>
                <a:spcPts val="0"/>
              </a:spcAft>
              <a:buSzPts val="900"/>
              <a:buChar char="○"/>
              <a:defRPr sz="900"/>
            </a:lvl5pPr>
            <a:lvl6pPr marL="2743200" lvl="5" indent="-285750">
              <a:spcBef>
                <a:spcPts val="0"/>
              </a:spcBef>
              <a:spcAft>
                <a:spcPts val="0"/>
              </a:spcAft>
              <a:buSzPts val="900"/>
              <a:buChar char="■"/>
              <a:defRPr sz="900"/>
            </a:lvl6pPr>
            <a:lvl7pPr marL="3200400" lvl="6" indent="-285750">
              <a:spcBef>
                <a:spcPts val="0"/>
              </a:spcBef>
              <a:spcAft>
                <a:spcPts val="0"/>
              </a:spcAft>
              <a:buSzPts val="900"/>
              <a:buChar char="●"/>
              <a:defRPr sz="900"/>
            </a:lvl7pPr>
            <a:lvl8pPr marL="3657600" lvl="7" indent="-285750">
              <a:spcBef>
                <a:spcPts val="0"/>
              </a:spcBef>
              <a:spcAft>
                <a:spcPts val="0"/>
              </a:spcAft>
              <a:buSzPts val="900"/>
              <a:buChar char="○"/>
              <a:defRPr sz="900"/>
            </a:lvl8pPr>
            <a:lvl9pPr marL="4114800" lvl="8" indent="-285750">
              <a:spcBef>
                <a:spcPts val="0"/>
              </a:spcBef>
              <a:spcAft>
                <a:spcPts val="0"/>
              </a:spcAft>
              <a:buSzPts val="900"/>
              <a:buChar char="■"/>
              <a:defRPr sz="900"/>
            </a:lvl9pPr>
          </a:lstStyle>
          <a:p>
            <a:endParaRPr/>
          </a:p>
        </p:txBody>
      </p:sp>
      <p:sp>
        <p:nvSpPr>
          <p:cNvPr id="237" name="Google Shape;237;p30"/>
          <p:cNvSpPr txBox="1">
            <a:spLocks noGrp="1"/>
          </p:cNvSpPr>
          <p:nvPr>
            <p:ph type="body" idx="5"/>
          </p:nvPr>
        </p:nvSpPr>
        <p:spPr>
          <a:xfrm>
            <a:off x="5748200" y="3184400"/>
            <a:ext cx="1304700" cy="1297800"/>
          </a:xfrm>
          <a:prstGeom prst="rect">
            <a:avLst/>
          </a:prstGeom>
        </p:spPr>
        <p:txBody>
          <a:bodyPr spcFirstLastPara="1" wrap="square" lIns="0" tIns="91425" rIns="0" bIns="91425" anchor="t" anchorCtr="0">
            <a:noAutofit/>
          </a:bodyPr>
          <a:lstStyle>
            <a:lvl1pPr marL="457200" lvl="0" indent="-285750">
              <a:spcBef>
                <a:spcPts val="0"/>
              </a:spcBef>
              <a:spcAft>
                <a:spcPts val="0"/>
              </a:spcAft>
              <a:buSzPts val="900"/>
              <a:buChar char="●"/>
              <a:defRPr sz="900"/>
            </a:lvl1pPr>
            <a:lvl2pPr marL="914400" lvl="1" indent="-285750">
              <a:spcBef>
                <a:spcPts val="0"/>
              </a:spcBef>
              <a:spcAft>
                <a:spcPts val="0"/>
              </a:spcAft>
              <a:buSzPts val="900"/>
              <a:buChar char="○"/>
              <a:defRPr sz="900"/>
            </a:lvl2pPr>
            <a:lvl3pPr marL="1371600" lvl="2" indent="-285750">
              <a:spcBef>
                <a:spcPts val="0"/>
              </a:spcBef>
              <a:spcAft>
                <a:spcPts val="0"/>
              </a:spcAft>
              <a:buSzPts val="900"/>
              <a:buChar char="■"/>
              <a:defRPr sz="900"/>
            </a:lvl3pPr>
            <a:lvl4pPr marL="1828800" lvl="3" indent="-285750">
              <a:spcBef>
                <a:spcPts val="0"/>
              </a:spcBef>
              <a:spcAft>
                <a:spcPts val="0"/>
              </a:spcAft>
              <a:buSzPts val="900"/>
              <a:buChar char="●"/>
              <a:defRPr sz="900"/>
            </a:lvl4pPr>
            <a:lvl5pPr marL="2286000" lvl="4" indent="-285750">
              <a:spcBef>
                <a:spcPts val="0"/>
              </a:spcBef>
              <a:spcAft>
                <a:spcPts val="0"/>
              </a:spcAft>
              <a:buSzPts val="900"/>
              <a:buChar char="○"/>
              <a:defRPr sz="900"/>
            </a:lvl5pPr>
            <a:lvl6pPr marL="2743200" lvl="5" indent="-285750">
              <a:spcBef>
                <a:spcPts val="0"/>
              </a:spcBef>
              <a:spcAft>
                <a:spcPts val="0"/>
              </a:spcAft>
              <a:buSzPts val="900"/>
              <a:buChar char="■"/>
              <a:defRPr sz="900"/>
            </a:lvl6pPr>
            <a:lvl7pPr marL="3200400" lvl="6" indent="-285750">
              <a:spcBef>
                <a:spcPts val="0"/>
              </a:spcBef>
              <a:spcAft>
                <a:spcPts val="0"/>
              </a:spcAft>
              <a:buSzPts val="900"/>
              <a:buChar char="●"/>
              <a:defRPr sz="900"/>
            </a:lvl7pPr>
            <a:lvl8pPr marL="3657600" lvl="7" indent="-285750">
              <a:spcBef>
                <a:spcPts val="0"/>
              </a:spcBef>
              <a:spcAft>
                <a:spcPts val="0"/>
              </a:spcAft>
              <a:buSzPts val="900"/>
              <a:buChar char="○"/>
              <a:defRPr sz="900"/>
            </a:lvl8pPr>
            <a:lvl9pPr marL="4114800" lvl="8" indent="-285750">
              <a:spcBef>
                <a:spcPts val="0"/>
              </a:spcBef>
              <a:spcAft>
                <a:spcPts val="0"/>
              </a:spcAft>
              <a:buSzPts val="900"/>
              <a:buChar char="■"/>
              <a:defRPr sz="900"/>
            </a:lvl9pPr>
          </a:lstStyle>
          <a:p>
            <a:endParaRPr/>
          </a:p>
        </p:txBody>
      </p:sp>
      <p:sp>
        <p:nvSpPr>
          <p:cNvPr id="238" name="Google Shape;238;p30"/>
          <p:cNvSpPr txBox="1">
            <a:spLocks noGrp="1"/>
          </p:cNvSpPr>
          <p:nvPr>
            <p:ph type="body" idx="6"/>
          </p:nvPr>
        </p:nvSpPr>
        <p:spPr>
          <a:xfrm>
            <a:off x="7450750" y="3184400"/>
            <a:ext cx="1304700" cy="1297800"/>
          </a:xfrm>
          <a:prstGeom prst="rect">
            <a:avLst/>
          </a:prstGeom>
        </p:spPr>
        <p:txBody>
          <a:bodyPr spcFirstLastPara="1" wrap="square" lIns="0" tIns="91425" rIns="0" bIns="91425" anchor="t" anchorCtr="0">
            <a:noAutofit/>
          </a:bodyPr>
          <a:lstStyle>
            <a:lvl1pPr marL="457200" lvl="0" indent="-285750">
              <a:spcBef>
                <a:spcPts val="0"/>
              </a:spcBef>
              <a:spcAft>
                <a:spcPts val="0"/>
              </a:spcAft>
              <a:buSzPts val="900"/>
              <a:buChar char="●"/>
              <a:defRPr sz="900"/>
            </a:lvl1pPr>
            <a:lvl2pPr marL="914400" lvl="1" indent="-285750">
              <a:spcBef>
                <a:spcPts val="0"/>
              </a:spcBef>
              <a:spcAft>
                <a:spcPts val="0"/>
              </a:spcAft>
              <a:buSzPts val="900"/>
              <a:buChar char="○"/>
              <a:defRPr sz="900"/>
            </a:lvl2pPr>
            <a:lvl3pPr marL="1371600" lvl="2" indent="-285750">
              <a:spcBef>
                <a:spcPts val="0"/>
              </a:spcBef>
              <a:spcAft>
                <a:spcPts val="0"/>
              </a:spcAft>
              <a:buSzPts val="900"/>
              <a:buChar char="■"/>
              <a:defRPr sz="900"/>
            </a:lvl3pPr>
            <a:lvl4pPr marL="1828800" lvl="3" indent="-285750">
              <a:spcBef>
                <a:spcPts val="0"/>
              </a:spcBef>
              <a:spcAft>
                <a:spcPts val="0"/>
              </a:spcAft>
              <a:buSzPts val="900"/>
              <a:buChar char="●"/>
              <a:defRPr sz="900"/>
            </a:lvl4pPr>
            <a:lvl5pPr marL="2286000" lvl="4" indent="-285750">
              <a:spcBef>
                <a:spcPts val="0"/>
              </a:spcBef>
              <a:spcAft>
                <a:spcPts val="0"/>
              </a:spcAft>
              <a:buSzPts val="900"/>
              <a:buChar char="○"/>
              <a:defRPr sz="900"/>
            </a:lvl5pPr>
            <a:lvl6pPr marL="2743200" lvl="5" indent="-285750">
              <a:spcBef>
                <a:spcPts val="0"/>
              </a:spcBef>
              <a:spcAft>
                <a:spcPts val="0"/>
              </a:spcAft>
              <a:buSzPts val="900"/>
              <a:buChar char="■"/>
              <a:defRPr sz="900"/>
            </a:lvl6pPr>
            <a:lvl7pPr marL="3200400" lvl="6" indent="-285750">
              <a:spcBef>
                <a:spcPts val="0"/>
              </a:spcBef>
              <a:spcAft>
                <a:spcPts val="0"/>
              </a:spcAft>
              <a:buSzPts val="900"/>
              <a:buChar char="●"/>
              <a:defRPr sz="900"/>
            </a:lvl7pPr>
            <a:lvl8pPr marL="3657600" lvl="7" indent="-285750">
              <a:spcBef>
                <a:spcPts val="0"/>
              </a:spcBef>
              <a:spcAft>
                <a:spcPts val="0"/>
              </a:spcAft>
              <a:buSzPts val="900"/>
              <a:buChar char="○"/>
              <a:defRPr sz="900"/>
            </a:lvl8pPr>
            <a:lvl9pPr marL="4114800" lvl="8" indent="-285750">
              <a:spcBef>
                <a:spcPts val="0"/>
              </a:spcBef>
              <a:spcAft>
                <a:spcPts val="0"/>
              </a:spcAft>
              <a:buSzPts val="900"/>
              <a:buChar char="■"/>
              <a:defRPr sz="900"/>
            </a:lvl9pPr>
          </a:lstStyle>
          <a:p>
            <a:endParaRPr/>
          </a:p>
        </p:txBody>
      </p:sp>
      <p:sp>
        <p:nvSpPr>
          <p:cNvPr id="239" name="Google Shape;239;p30"/>
          <p:cNvSpPr txBox="1">
            <a:spLocks noGrp="1"/>
          </p:cNvSpPr>
          <p:nvPr>
            <p:ph type="subTitle" idx="7"/>
          </p:nvPr>
        </p:nvSpPr>
        <p:spPr>
          <a:xfrm>
            <a:off x="2267000" y="2419500"/>
            <a:ext cx="1304700" cy="55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240" name="Google Shape;240;p30"/>
          <p:cNvSpPr txBox="1">
            <a:spLocks noGrp="1"/>
          </p:cNvSpPr>
          <p:nvPr>
            <p:ph type="subTitle" idx="8"/>
          </p:nvPr>
        </p:nvSpPr>
        <p:spPr>
          <a:xfrm>
            <a:off x="4006850" y="2419500"/>
            <a:ext cx="1304700" cy="55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241" name="Google Shape;241;p30"/>
          <p:cNvSpPr txBox="1">
            <a:spLocks noGrp="1"/>
          </p:cNvSpPr>
          <p:nvPr>
            <p:ph type="subTitle" idx="9"/>
          </p:nvPr>
        </p:nvSpPr>
        <p:spPr>
          <a:xfrm>
            <a:off x="5747500" y="2419500"/>
            <a:ext cx="1304700" cy="55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242" name="Google Shape;242;p30"/>
          <p:cNvSpPr txBox="1">
            <a:spLocks noGrp="1"/>
          </p:cNvSpPr>
          <p:nvPr>
            <p:ph type="subTitle" idx="13"/>
          </p:nvPr>
        </p:nvSpPr>
        <p:spPr>
          <a:xfrm>
            <a:off x="7488850" y="2419500"/>
            <a:ext cx="1304700" cy="55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title and image">
  <p:cSld name="CUSTOM_15">
    <p:bg>
      <p:bgPr>
        <a:solidFill>
          <a:schemeClr val="accent5"/>
        </a:solidFill>
        <a:effectLst/>
      </p:bgPr>
    </p:bg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1"/>
          <p:cNvSpPr txBox="1">
            <a:spLocks noGrp="1"/>
          </p:cNvSpPr>
          <p:nvPr>
            <p:ph type="title"/>
          </p:nvPr>
        </p:nvSpPr>
        <p:spPr>
          <a:xfrm>
            <a:off x="5321925" y="506100"/>
            <a:ext cx="3544500" cy="579300"/>
          </a:xfrm>
          <a:prstGeom prst="rect">
            <a:avLst/>
          </a:prstGeom>
        </p:spPr>
        <p:txBody>
          <a:bodyPr spcFirstLastPara="1" wrap="square" lIns="0" tIns="91425" rIns="0" bIns="0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9pPr>
          </a:lstStyle>
          <a:p>
            <a:endParaRPr/>
          </a:p>
        </p:txBody>
      </p:sp>
      <p:sp>
        <p:nvSpPr>
          <p:cNvPr id="245" name="Google Shape;245;p31"/>
          <p:cNvSpPr>
            <a:spLocks noGrp="1"/>
          </p:cNvSpPr>
          <p:nvPr>
            <p:ph type="pic" idx="2"/>
          </p:nvPr>
        </p:nvSpPr>
        <p:spPr>
          <a:xfrm>
            <a:off x="392100" y="411300"/>
            <a:ext cx="4297500" cy="4333200"/>
          </a:xfrm>
          <a:prstGeom prst="roundRect">
            <a:avLst>
              <a:gd name="adj" fmla="val 12298"/>
            </a:avLst>
          </a:prstGeom>
          <a:noFill/>
          <a:ln>
            <a:noFill/>
          </a:ln>
        </p:spPr>
      </p:sp>
      <p:sp>
        <p:nvSpPr>
          <p:cNvPr id="246" name="Google Shape;246;p31"/>
          <p:cNvSpPr txBox="1">
            <a:spLocks noGrp="1"/>
          </p:cNvSpPr>
          <p:nvPr>
            <p:ph type="subTitle" idx="1"/>
          </p:nvPr>
        </p:nvSpPr>
        <p:spPr>
          <a:xfrm>
            <a:off x="7236300" y="278858"/>
            <a:ext cx="1630200" cy="13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247" name="Google Shape;247;p31"/>
          <p:cNvSpPr txBox="1">
            <a:spLocks noGrp="1"/>
          </p:cNvSpPr>
          <p:nvPr>
            <p:ph type="sldNum" idx="12"/>
          </p:nvPr>
        </p:nvSpPr>
        <p:spPr>
          <a:xfrm>
            <a:off x="8208648" y="4749900"/>
            <a:ext cx="657900" cy="1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0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pPr marL="0" lvl="0" indent="-4445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mo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storyboards ">
  <p:cSld name="CUSTOM_17_1">
    <p:bg>
      <p:bgPr>
        <a:solidFill>
          <a:schemeClr val="accent5"/>
        </a:solidFill>
        <a:effectLst/>
      </p:bgPr>
    </p:bg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32"/>
          <p:cNvSpPr txBox="1">
            <a:spLocks noGrp="1"/>
          </p:cNvSpPr>
          <p:nvPr>
            <p:ph type="subTitle" idx="1"/>
          </p:nvPr>
        </p:nvSpPr>
        <p:spPr>
          <a:xfrm>
            <a:off x="277500" y="4025940"/>
            <a:ext cx="1759200" cy="2901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1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250" name="Google Shape;250;p32"/>
          <p:cNvSpPr>
            <a:spLocks noGrp="1"/>
          </p:cNvSpPr>
          <p:nvPr>
            <p:ph type="pic" idx="2"/>
          </p:nvPr>
        </p:nvSpPr>
        <p:spPr>
          <a:xfrm>
            <a:off x="289100" y="1685250"/>
            <a:ext cx="1751100" cy="1773000"/>
          </a:xfrm>
          <a:prstGeom prst="roundRect">
            <a:avLst>
              <a:gd name="adj" fmla="val 11894"/>
            </a:avLst>
          </a:prstGeom>
          <a:noFill/>
          <a:ln>
            <a:noFill/>
          </a:ln>
        </p:spPr>
      </p:sp>
      <p:sp>
        <p:nvSpPr>
          <p:cNvPr id="251" name="Google Shape;251;p32"/>
          <p:cNvSpPr>
            <a:spLocks noGrp="1"/>
          </p:cNvSpPr>
          <p:nvPr>
            <p:ph type="pic" idx="3"/>
          </p:nvPr>
        </p:nvSpPr>
        <p:spPr>
          <a:xfrm>
            <a:off x="2152200" y="1685250"/>
            <a:ext cx="1751100" cy="1773000"/>
          </a:xfrm>
          <a:prstGeom prst="roundRect">
            <a:avLst>
              <a:gd name="adj" fmla="val 11894"/>
            </a:avLst>
          </a:prstGeom>
          <a:noFill/>
          <a:ln>
            <a:noFill/>
          </a:ln>
        </p:spPr>
      </p:sp>
      <p:sp>
        <p:nvSpPr>
          <p:cNvPr id="252" name="Google Shape;252;p32"/>
          <p:cNvSpPr>
            <a:spLocks noGrp="1"/>
          </p:cNvSpPr>
          <p:nvPr>
            <p:ph type="pic" idx="4"/>
          </p:nvPr>
        </p:nvSpPr>
        <p:spPr>
          <a:xfrm>
            <a:off x="4015300" y="1685250"/>
            <a:ext cx="1751100" cy="1773000"/>
          </a:xfrm>
          <a:prstGeom prst="roundRect">
            <a:avLst>
              <a:gd name="adj" fmla="val 11894"/>
            </a:avLst>
          </a:prstGeom>
          <a:noFill/>
          <a:ln>
            <a:noFill/>
          </a:ln>
        </p:spPr>
      </p:sp>
      <p:sp>
        <p:nvSpPr>
          <p:cNvPr id="253" name="Google Shape;253;p32"/>
          <p:cNvSpPr>
            <a:spLocks noGrp="1"/>
          </p:cNvSpPr>
          <p:nvPr>
            <p:ph type="pic" idx="5"/>
          </p:nvPr>
        </p:nvSpPr>
        <p:spPr>
          <a:xfrm>
            <a:off x="5866250" y="1685250"/>
            <a:ext cx="1751100" cy="1773000"/>
          </a:xfrm>
          <a:prstGeom prst="roundRect">
            <a:avLst>
              <a:gd name="adj" fmla="val 11894"/>
            </a:avLst>
          </a:prstGeom>
          <a:noFill/>
          <a:ln>
            <a:noFill/>
          </a:ln>
        </p:spPr>
      </p:sp>
      <p:sp>
        <p:nvSpPr>
          <p:cNvPr id="254" name="Google Shape;254;p32"/>
          <p:cNvSpPr txBox="1">
            <a:spLocks noGrp="1"/>
          </p:cNvSpPr>
          <p:nvPr>
            <p:ph type="body" idx="6"/>
          </p:nvPr>
        </p:nvSpPr>
        <p:spPr>
          <a:xfrm>
            <a:off x="277500" y="4361380"/>
            <a:ext cx="1759200" cy="49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857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00"/>
              <a:buChar char="●"/>
              <a:defRPr sz="800"/>
            </a:lvl1pPr>
            <a:lvl2pPr marL="914400" lvl="1" indent="-28575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900"/>
              <a:buChar char="○"/>
              <a:defRPr sz="900"/>
            </a:lvl2pPr>
            <a:lvl3pPr marL="1371600" lvl="2" indent="-28575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900"/>
              <a:buChar char="■"/>
              <a:defRPr sz="900"/>
            </a:lvl3pPr>
            <a:lvl4pPr marL="1828800" lvl="3" indent="-28575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900"/>
              <a:buChar char="●"/>
              <a:defRPr sz="900"/>
            </a:lvl4pPr>
            <a:lvl5pPr marL="2286000" lvl="4" indent="-28575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900"/>
              <a:buChar char="○"/>
              <a:defRPr sz="900"/>
            </a:lvl5pPr>
            <a:lvl6pPr marL="2743200" lvl="5" indent="-28575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900"/>
              <a:buChar char="■"/>
              <a:defRPr sz="900"/>
            </a:lvl6pPr>
            <a:lvl7pPr marL="3200400" lvl="6" indent="-28575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900"/>
              <a:buChar char="●"/>
              <a:defRPr sz="900"/>
            </a:lvl7pPr>
            <a:lvl8pPr marL="3657600" lvl="7" indent="-28575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900"/>
              <a:buChar char="○"/>
              <a:defRPr sz="900"/>
            </a:lvl8pPr>
            <a:lvl9pPr marL="4114800" lvl="8" indent="-28575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SzPts val="900"/>
              <a:buChar char="■"/>
              <a:defRPr sz="900"/>
            </a:lvl9pPr>
          </a:lstStyle>
          <a:p>
            <a:endParaRPr/>
          </a:p>
        </p:txBody>
      </p:sp>
      <p:sp>
        <p:nvSpPr>
          <p:cNvPr id="255" name="Google Shape;255;p32"/>
          <p:cNvSpPr txBox="1">
            <a:spLocks noGrp="1"/>
          </p:cNvSpPr>
          <p:nvPr>
            <p:ph type="subTitle" idx="7"/>
          </p:nvPr>
        </p:nvSpPr>
        <p:spPr>
          <a:xfrm>
            <a:off x="2148150" y="4025940"/>
            <a:ext cx="1759200" cy="2901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1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256" name="Google Shape;256;p32"/>
          <p:cNvSpPr txBox="1">
            <a:spLocks noGrp="1"/>
          </p:cNvSpPr>
          <p:nvPr>
            <p:ph type="body" idx="8"/>
          </p:nvPr>
        </p:nvSpPr>
        <p:spPr>
          <a:xfrm>
            <a:off x="2148150" y="4361380"/>
            <a:ext cx="1759200" cy="49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857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Char char="●"/>
              <a:defRPr sz="800"/>
            </a:lvl1pPr>
            <a:lvl2pPr marL="914400" lvl="1" indent="-28575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00"/>
              <a:buChar char="○"/>
              <a:defRPr sz="900"/>
            </a:lvl2pPr>
            <a:lvl3pPr marL="1371600" lvl="2" indent="-28575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00"/>
              <a:buChar char="■"/>
              <a:defRPr sz="900"/>
            </a:lvl3pPr>
            <a:lvl4pPr marL="1828800" lvl="3" indent="-28575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00"/>
              <a:buChar char="●"/>
              <a:defRPr sz="900"/>
            </a:lvl4pPr>
            <a:lvl5pPr marL="2286000" lvl="4" indent="-28575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00"/>
              <a:buChar char="○"/>
              <a:defRPr sz="900"/>
            </a:lvl5pPr>
            <a:lvl6pPr marL="2743200" lvl="5" indent="-28575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00"/>
              <a:buChar char="■"/>
              <a:defRPr sz="900"/>
            </a:lvl6pPr>
            <a:lvl7pPr marL="3200400" lvl="6" indent="-28575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00"/>
              <a:buChar char="●"/>
              <a:defRPr sz="900"/>
            </a:lvl7pPr>
            <a:lvl8pPr marL="3657600" lvl="7" indent="-28575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00"/>
              <a:buChar char="○"/>
              <a:defRPr sz="900"/>
            </a:lvl8pPr>
            <a:lvl9pPr marL="4114800" lvl="8" indent="-28575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900"/>
              <a:buChar char="■"/>
              <a:defRPr sz="900"/>
            </a:lvl9pPr>
          </a:lstStyle>
          <a:p>
            <a:endParaRPr/>
          </a:p>
        </p:txBody>
      </p:sp>
      <p:sp>
        <p:nvSpPr>
          <p:cNvPr id="257" name="Google Shape;257;p32"/>
          <p:cNvSpPr txBox="1">
            <a:spLocks noGrp="1"/>
          </p:cNvSpPr>
          <p:nvPr>
            <p:ph type="subTitle" idx="9"/>
          </p:nvPr>
        </p:nvSpPr>
        <p:spPr>
          <a:xfrm>
            <a:off x="4018800" y="4025940"/>
            <a:ext cx="1759200" cy="2901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1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258" name="Google Shape;258;p32"/>
          <p:cNvSpPr txBox="1">
            <a:spLocks noGrp="1"/>
          </p:cNvSpPr>
          <p:nvPr>
            <p:ph type="body" idx="13"/>
          </p:nvPr>
        </p:nvSpPr>
        <p:spPr>
          <a:xfrm>
            <a:off x="4018800" y="4361380"/>
            <a:ext cx="1759200" cy="49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857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Char char="●"/>
              <a:defRPr sz="800"/>
            </a:lvl1pPr>
            <a:lvl2pPr marL="914400" lvl="1" indent="-28575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00"/>
              <a:buChar char="○"/>
              <a:defRPr sz="900"/>
            </a:lvl2pPr>
            <a:lvl3pPr marL="1371600" lvl="2" indent="-28575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00"/>
              <a:buChar char="■"/>
              <a:defRPr sz="900"/>
            </a:lvl3pPr>
            <a:lvl4pPr marL="1828800" lvl="3" indent="-28575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00"/>
              <a:buChar char="●"/>
              <a:defRPr sz="900"/>
            </a:lvl4pPr>
            <a:lvl5pPr marL="2286000" lvl="4" indent="-28575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00"/>
              <a:buChar char="○"/>
              <a:defRPr sz="900"/>
            </a:lvl5pPr>
            <a:lvl6pPr marL="2743200" lvl="5" indent="-28575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00"/>
              <a:buChar char="■"/>
              <a:defRPr sz="900"/>
            </a:lvl6pPr>
            <a:lvl7pPr marL="3200400" lvl="6" indent="-28575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00"/>
              <a:buChar char="●"/>
              <a:defRPr sz="900"/>
            </a:lvl7pPr>
            <a:lvl8pPr marL="3657600" lvl="7" indent="-28575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00"/>
              <a:buChar char="○"/>
              <a:defRPr sz="900"/>
            </a:lvl8pPr>
            <a:lvl9pPr marL="4114800" lvl="8" indent="-28575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900"/>
              <a:buChar char="■"/>
              <a:defRPr sz="900"/>
            </a:lvl9pPr>
          </a:lstStyle>
          <a:p>
            <a:endParaRPr/>
          </a:p>
        </p:txBody>
      </p:sp>
      <p:sp>
        <p:nvSpPr>
          <p:cNvPr id="259" name="Google Shape;259;p32"/>
          <p:cNvSpPr txBox="1">
            <a:spLocks noGrp="1"/>
          </p:cNvSpPr>
          <p:nvPr>
            <p:ph type="subTitle" idx="14"/>
          </p:nvPr>
        </p:nvSpPr>
        <p:spPr>
          <a:xfrm>
            <a:off x="5853650" y="4025940"/>
            <a:ext cx="1759200" cy="2901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1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260" name="Google Shape;260;p32"/>
          <p:cNvSpPr txBox="1">
            <a:spLocks noGrp="1"/>
          </p:cNvSpPr>
          <p:nvPr>
            <p:ph type="body" idx="15"/>
          </p:nvPr>
        </p:nvSpPr>
        <p:spPr>
          <a:xfrm>
            <a:off x="5853650" y="4361380"/>
            <a:ext cx="1759200" cy="49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857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Char char="●"/>
              <a:defRPr sz="800"/>
            </a:lvl1pPr>
            <a:lvl2pPr marL="914400" lvl="1" indent="-28575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00"/>
              <a:buChar char="○"/>
              <a:defRPr sz="900"/>
            </a:lvl2pPr>
            <a:lvl3pPr marL="1371600" lvl="2" indent="-28575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00"/>
              <a:buChar char="■"/>
              <a:defRPr sz="900"/>
            </a:lvl3pPr>
            <a:lvl4pPr marL="1828800" lvl="3" indent="-28575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00"/>
              <a:buChar char="●"/>
              <a:defRPr sz="900"/>
            </a:lvl4pPr>
            <a:lvl5pPr marL="2286000" lvl="4" indent="-28575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00"/>
              <a:buChar char="○"/>
              <a:defRPr sz="900"/>
            </a:lvl5pPr>
            <a:lvl6pPr marL="2743200" lvl="5" indent="-28575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00"/>
              <a:buChar char="■"/>
              <a:defRPr sz="900"/>
            </a:lvl6pPr>
            <a:lvl7pPr marL="3200400" lvl="6" indent="-28575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00"/>
              <a:buChar char="●"/>
              <a:defRPr sz="900"/>
            </a:lvl7pPr>
            <a:lvl8pPr marL="3657600" lvl="7" indent="-28575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900"/>
              <a:buChar char="○"/>
              <a:defRPr sz="900"/>
            </a:lvl8pPr>
            <a:lvl9pPr marL="4114800" lvl="8" indent="-28575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900"/>
              <a:buChar char="■"/>
              <a:defRPr sz="900"/>
            </a:lvl9pPr>
          </a:lstStyle>
          <a:p>
            <a:endParaRPr/>
          </a:p>
        </p:txBody>
      </p:sp>
      <p:sp>
        <p:nvSpPr>
          <p:cNvPr id="261" name="Google Shape;261;p32"/>
          <p:cNvSpPr txBox="1">
            <a:spLocks noGrp="1"/>
          </p:cNvSpPr>
          <p:nvPr>
            <p:ph type="title"/>
          </p:nvPr>
        </p:nvSpPr>
        <p:spPr>
          <a:xfrm>
            <a:off x="277500" y="416250"/>
            <a:ext cx="8589000" cy="885000"/>
          </a:xfrm>
          <a:prstGeom prst="rect">
            <a:avLst/>
          </a:prstGeom>
        </p:spPr>
        <p:txBody>
          <a:bodyPr spcFirstLastPara="1" wrap="square" lIns="0" tIns="91425" rIns="0" bIns="0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9pPr>
          </a:lstStyle>
          <a:p>
            <a:endParaRPr/>
          </a:p>
        </p:txBody>
      </p:sp>
      <p:sp>
        <p:nvSpPr>
          <p:cNvPr id="262" name="Google Shape;262;p32"/>
          <p:cNvSpPr txBox="1">
            <a:spLocks noGrp="1"/>
          </p:cNvSpPr>
          <p:nvPr>
            <p:ph type="subTitle" idx="16"/>
          </p:nvPr>
        </p:nvSpPr>
        <p:spPr>
          <a:xfrm>
            <a:off x="277500" y="278858"/>
            <a:ext cx="1630200" cy="13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263" name="Google Shape;263;p32"/>
          <p:cNvSpPr txBox="1">
            <a:spLocks noGrp="1"/>
          </p:cNvSpPr>
          <p:nvPr>
            <p:ph type="subTitle" idx="17"/>
          </p:nvPr>
        </p:nvSpPr>
        <p:spPr>
          <a:xfrm>
            <a:off x="7236300" y="278858"/>
            <a:ext cx="1630200" cy="13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264" name="Google Shape;264;p32"/>
          <p:cNvSpPr txBox="1">
            <a:spLocks noGrp="1"/>
          </p:cNvSpPr>
          <p:nvPr>
            <p:ph type="sldNum" idx="12"/>
          </p:nvPr>
        </p:nvSpPr>
        <p:spPr>
          <a:xfrm>
            <a:off x="8208648" y="4749900"/>
            <a:ext cx="657900" cy="1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0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pPr marL="0" lvl="0" indent="-4445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mo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1">
  <p:cSld name="BLANK_1_1_1_1_1_1_1_1_1_1_1_1_1_1_1_1">
    <p:bg>
      <p:bgPr>
        <a:solidFill>
          <a:schemeClr val="accent5"/>
        </a:solidFill>
        <a:effectLst/>
      </p:bgPr>
    </p:bg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33"/>
          <p:cNvSpPr>
            <a:spLocks noGrp="1"/>
          </p:cNvSpPr>
          <p:nvPr>
            <p:ph type="pic" idx="2"/>
          </p:nvPr>
        </p:nvSpPr>
        <p:spPr>
          <a:xfrm>
            <a:off x="392100" y="411300"/>
            <a:ext cx="4915800" cy="4333200"/>
          </a:xfrm>
          <a:prstGeom prst="roundRect">
            <a:avLst>
              <a:gd name="adj" fmla="val 11160"/>
            </a:avLst>
          </a:prstGeom>
          <a:noFill/>
          <a:ln>
            <a:noFill/>
          </a:ln>
        </p:spPr>
      </p:sp>
      <p:sp>
        <p:nvSpPr>
          <p:cNvPr id="267" name="Google Shape;267;p33"/>
          <p:cNvSpPr txBox="1">
            <a:spLocks noGrp="1"/>
          </p:cNvSpPr>
          <p:nvPr>
            <p:ph type="title"/>
          </p:nvPr>
        </p:nvSpPr>
        <p:spPr>
          <a:xfrm>
            <a:off x="6045100" y="2344250"/>
            <a:ext cx="2820600" cy="1023600"/>
          </a:xfrm>
          <a:prstGeom prst="rect">
            <a:avLst/>
          </a:prstGeom>
        </p:spPr>
        <p:txBody>
          <a:bodyPr spcFirstLastPara="1" wrap="square" lIns="0" tIns="91425" rIns="0" bIns="0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9pPr>
          </a:lstStyle>
          <a:p>
            <a:endParaRPr/>
          </a:p>
        </p:txBody>
      </p:sp>
      <p:sp>
        <p:nvSpPr>
          <p:cNvPr id="268" name="Google Shape;268;p33"/>
          <p:cNvSpPr txBox="1">
            <a:spLocks noGrp="1"/>
          </p:cNvSpPr>
          <p:nvPr>
            <p:ph type="title" idx="3"/>
          </p:nvPr>
        </p:nvSpPr>
        <p:spPr>
          <a:xfrm>
            <a:off x="6045100" y="3422542"/>
            <a:ext cx="2820600" cy="1023600"/>
          </a:xfrm>
          <a:prstGeom prst="rect">
            <a:avLst/>
          </a:prstGeom>
        </p:spPr>
        <p:txBody>
          <a:bodyPr spcFirstLastPara="1" wrap="square" lIns="0" tIns="91425" rIns="0" bIns="0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Medium"/>
                <a:ea typeface="Arimo Medium"/>
                <a:cs typeface="Arimo Medium"/>
                <a:sym typeface="Arimo Medium"/>
              </a:defRPr>
            </a:lvl9pPr>
          </a:lstStyle>
          <a:p>
            <a:endParaRPr/>
          </a:p>
        </p:txBody>
      </p:sp>
      <p:sp>
        <p:nvSpPr>
          <p:cNvPr id="269" name="Google Shape;269;p33"/>
          <p:cNvSpPr txBox="1">
            <a:spLocks noGrp="1"/>
          </p:cNvSpPr>
          <p:nvPr>
            <p:ph type="subTitle" idx="1"/>
          </p:nvPr>
        </p:nvSpPr>
        <p:spPr>
          <a:xfrm>
            <a:off x="7236300" y="278858"/>
            <a:ext cx="1630200" cy="13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270" name="Google Shape;270;p33"/>
          <p:cNvSpPr txBox="1">
            <a:spLocks noGrp="1"/>
          </p:cNvSpPr>
          <p:nvPr>
            <p:ph type="sldNum" idx="12"/>
          </p:nvPr>
        </p:nvSpPr>
        <p:spPr>
          <a:xfrm>
            <a:off x="8208648" y="4749900"/>
            <a:ext cx="657900" cy="1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0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pPr marL="0" lvl="0" indent="-4445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mo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653">
          <p15:clr>
            <a:srgbClr val="E46962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etitor characteristics">
  <p:cSld name="CUSTOM_19_2">
    <p:bg>
      <p:bgPr>
        <a:solidFill>
          <a:schemeClr val="accent5"/>
        </a:solidFill>
        <a:effectLst/>
      </p:bgPr>
    </p:bg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4"/>
          <p:cNvSpPr/>
          <p:nvPr/>
        </p:nvSpPr>
        <p:spPr>
          <a:xfrm>
            <a:off x="6766675" y="282250"/>
            <a:ext cx="2099700" cy="3008100"/>
          </a:xfrm>
          <a:prstGeom prst="roundRect">
            <a:avLst>
              <a:gd name="adj" fmla="val 11954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273" name="Google Shape;273;p34"/>
          <p:cNvSpPr/>
          <p:nvPr/>
        </p:nvSpPr>
        <p:spPr>
          <a:xfrm>
            <a:off x="277425" y="3414025"/>
            <a:ext cx="3513600" cy="1447800"/>
          </a:xfrm>
          <a:prstGeom prst="roundRect">
            <a:avLst>
              <a:gd name="adj" fmla="val 1567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274" name="Google Shape;274;p34"/>
          <p:cNvSpPr/>
          <p:nvPr/>
        </p:nvSpPr>
        <p:spPr>
          <a:xfrm>
            <a:off x="5298000" y="1843500"/>
            <a:ext cx="1350600" cy="1447800"/>
          </a:xfrm>
          <a:prstGeom prst="roundRect">
            <a:avLst>
              <a:gd name="adj" fmla="val 20704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endParaRPr sz="1700">
              <a:solidFill>
                <a:schemeClr val="lt2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275" name="Google Shape;275;p34"/>
          <p:cNvSpPr/>
          <p:nvPr/>
        </p:nvSpPr>
        <p:spPr>
          <a:xfrm rot="-5400000">
            <a:off x="5577475" y="2049100"/>
            <a:ext cx="566700" cy="867300"/>
          </a:xfrm>
          <a:prstGeom prst="round2SameRect">
            <a:avLst>
              <a:gd name="adj1" fmla="val 49749"/>
              <a:gd name="adj2" fmla="val 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2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276" name="Google Shape;276;p34"/>
          <p:cNvSpPr/>
          <p:nvPr/>
        </p:nvSpPr>
        <p:spPr>
          <a:xfrm>
            <a:off x="5426850" y="2194075"/>
            <a:ext cx="1092900" cy="5736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300">
              <a:solidFill>
                <a:schemeClr val="lt2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277" name="Google Shape;277;p34"/>
          <p:cNvSpPr>
            <a:spLocks noGrp="1"/>
          </p:cNvSpPr>
          <p:nvPr>
            <p:ph type="pic" idx="2"/>
          </p:nvPr>
        </p:nvSpPr>
        <p:spPr>
          <a:xfrm>
            <a:off x="3910200" y="3408075"/>
            <a:ext cx="3486300" cy="1447800"/>
          </a:xfrm>
          <a:prstGeom prst="roundRect">
            <a:avLst>
              <a:gd name="adj" fmla="val 16397"/>
            </a:avLst>
          </a:prstGeom>
          <a:noFill/>
          <a:ln>
            <a:noFill/>
          </a:ln>
        </p:spPr>
      </p:sp>
      <p:sp>
        <p:nvSpPr>
          <p:cNvPr id="278" name="Google Shape;278;p34"/>
          <p:cNvSpPr>
            <a:spLocks noGrp="1"/>
          </p:cNvSpPr>
          <p:nvPr>
            <p:ph type="pic" idx="3"/>
          </p:nvPr>
        </p:nvSpPr>
        <p:spPr>
          <a:xfrm>
            <a:off x="277500" y="277500"/>
            <a:ext cx="2765700" cy="3013800"/>
          </a:xfrm>
          <a:prstGeom prst="roundRect">
            <a:avLst>
              <a:gd name="adj" fmla="val 8721"/>
            </a:avLst>
          </a:prstGeom>
          <a:noFill/>
          <a:ln>
            <a:noFill/>
          </a:ln>
        </p:spPr>
      </p:sp>
      <p:sp>
        <p:nvSpPr>
          <p:cNvPr id="279" name="Google Shape;279;p34"/>
          <p:cNvSpPr>
            <a:spLocks noGrp="1"/>
          </p:cNvSpPr>
          <p:nvPr>
            <p:ph type="pic" idx="4"/>
          </p:nvPr>
        </p:nvSpPr>
        <p:spPr>
          <a:xfrm>
            <a:off x="3161225" y="277500"/>
            <a:ext cx="1350600" cy="1447800"/>
          </a:xfrm>
          <a:prstGeom prst="roundRect">
            <a:avLst>
              <a:gd name="adj" fmla="val 15267"/>
            </a:avLst>
          </a:prstGeom>
          <a:noFill/>
          <a:ln>
            <a:noFill/>
          </a:ln>
        </p:spPr>
      </p:sp>
      <p:sp>
        <p:nvSpPr>
          <p:cNvPr id="280" name="Google Shape;280;p34"/>
          <p:cNvSpPr>
            <a:spLocks noGrp="1"/>
          </p:cNvSpPr>
          <p:nvPr>
            <p:ph type="pic" idx="5"/>
          </p:nvPr>
        </p:nvSpPr>
        <p:spPr>
          <a:xfrm>
            <a:off x="6883575" y="399550"/>
            <a:ext cx="1866000" cy="2775000"/>
          </a:xfrm>
          <a:prstGeom prst="roundRect">
            <a:avLst>
              <a:gd name="adj" fmla="val 9097"/>
            </a:avLst>
          </a:prstGeom>
          <a:noFill/>
          <a:ln>
            <a:noFill/>
          </a:ln>
        </p:spPr>
      </p:sp>
      <p:sp>
        <p:nvSpPr>
          <p:cNvPr id="281" name="Google Shape;281;p34"/>
          <p:cNvSpPr>
            <a:spLocks noGrp="1"/>
          </p:cNvSpPr>
          <p:nvPr>
            <p:ph type="pic" idx="6"/>
          </p:nvPr>
        </p:nvSpPr>
        <p:spPr>
          <a:xfrm>
            <a:off x="7516025" y="3407700"/>
            <a:ext cx="1350600" cy="1447800"/>
          </a:xfrm>
          <a:prstGeom prst="roundRect">
            <a:avLst>
              <a:gd name="adj" fmla="val 16397"/>
            </a:avLst>
          </a:prstGeom>
          <a:noFill/>
          <a:ln>
            <a:noFill/>
          </a:ln>
        </p:spPr>
      </p:sp>
      <p:sp>
        <p:nvSpPr>
          <p:cNvPr id="282" name="Google Shape;282;p34"/>
          <p:cNvSpPr>
            <a:spLocks noGrp="1"/>
          </p:cNvSpPr>
          <p:nvPr>
            <p:ph type="pic" idx="7"/>
          </p:nvPr>
        </p:nvSpPr>
        <p:spPr>
          <a:xfrm>
            <a:off x="394425" y="3528475"/>
            <a:ext cx="3279600" cy="1218900"/>
          </a:xfrm>
          <a:prstGeom prst="roundRect">
            <a:avLst>
              <a:gd name="adj" fmla="val 11412"/>
            </a:avLst>
          </a:prstGeom>
          <a:noFill/>
          <a:ln>
            <a:noFill/>
          </a:ln>
        </p:spPr>
      </p:sp>
      <p:sp>
        <p:nvSpPr>
          <p:cNvPr id="283" name="Google Shape;283;p34"/>
          <p:cNvSpPr/>
          <p:nvPr/>
        </p:nvSpPr>
        <p:spPr>
          <a:xfrm>
            <a:off x="3161225" y="1842600"/>
            <a:ext cx="2018700" cy="1447800"/>
          </a:xfrm>
          <a:prstGeom prst="roundRect">
            <a:avLst>
              <a:gd name="adj" fmla="val 16667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284" name="Google Shape;284;p34"/>
          <p:cNvSpPr/>
          <p:nvPr/>
        </p:nvSpPr>
        <p:spPr>
          <a:xfrm>
            <a:off x="4629850" y="279301"/>
            <a:ext cx="2018700" cy="1447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cxnSp>
        <p:nvCxnSpPr>
          <p:cNvPr id="285" name="Google Shape;285;p34"/>
          <p:cNvCxnSpPr>
            <a:stCxn id="283" idx="1"/>
            <a:endCxn id="283" idx="3"/>
          </p:cNvCxnSpPr>
          <p:nvPr/>
        </p:nvCxnSpPr>
        <p:spPr>
          <a:xfrm>
            <a:off x="3161225" y="2566500"/>
            <a:ext cx="2018700" cy="0"/>
          </a:xfrm>
          <a:prstGeom prst="straightConnector1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6" name="Google Shape;286;p34"/>
          <p:cNvSpPr txBox="1">
            <a:spLocks noGrp="1"/>
          </p:cNvSpPr>
          <p:nvPr>
            <p:ph type="subTitle" idx="1"/>
          </p:nvPr>
        </p:nvSpPr>
        <p:spPr>
          <a:xfrm>
            <a:off x="394425" y="4055150"/>
            <a:ext cx="3279600" cy="5736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  <a:latin typeface="Arimo"/>
                <a:ea typeface="Arimo"/>
                <a:cs typeface="Arimo"/>
                <a:sym typeface="Arimo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lt1"/>
                </a:solidFill>
                <a:latin typeface="Arimo"/>
                <a:ea typeface="Arimo"/>
                <a:cs typeface="Arimo"/>
                <a:sym typeface="Arimo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lt1"/>
                </a:solidFill>
                <a:latin typeface="Arimo"/>
                <a:ea typeface="Arimo"/>
                <a:cs typeface="Arimo"/>
                <a:sym typeface="Arimo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lt1"/>
                </a:solidFill>
                <a:latin typeface="Arimo"/>
                <a:ea typeface="Arimo"/>
                <a:cs typeface="Arimo"/>
                <a:sym typeface="Arimo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lt1"/>
                </a:solidFill>
                <a:latin typeface="Arimo"/>
                <a:ea typeface="Arimo"/>
                <a:cs typeface="Arimo"/>
                <a:sym typeface="Arimo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lt1"/>
                </a:solidFill>
                <a:latin typeface="Arimo"/>
                <a:ea typeface="Arimo"/>
                <a:cs typeface="Arimo"/>
                <a:sym typeface="Arimo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lt1"/>
                </a:solidFill>
                <a:latin typeface="Arimo"/>
                <a:ea typeface="Arimo"/>
                <a:cs typeface="Arimo"/>
                <a:sym typeface="Arimo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lt1"/>
                </a:solidFill>
                <a:latin typeface="Arimo"/>
                <a:ea typeface="Arimo"/>
                <a:cs typeface="Arimo"/>
                <a:sym typeface="Arimo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lt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287" name="Google Shape;287;p34"/>
          <p:cNvSpPr txBox="1">
            <a:spLocks noGrp="1"/>
          </p:cNvSpPr>
          <p:nvPr>
            <p:ph type="subTitle" idx="8"/>
          </p:nvPr>
        </p:nvSpPr>
        <p:spPr>
          <a:xfrm>
            <a:off x="6883575" y="605875"/>
            <a:ext cx="1866000" cy="5736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288" name="Google Shape;288;p34"/>
          <p:cNvSpPr txBox="1">
            <a:spLocks noGrp="1"/>
          </p:cNvSpPr>
          <p:nvPr>
            <p:ph type="subTitle" idx="9"/>
          </p:nvPr>
        </p:nvSpPr>
        <p:spPr>
          <a:xfrm>
            <a:off x="3910200" y="3779175"/>
            <a:ext cx="3486300" cy="7056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289" name="Google Shape;289;p34"/>
          <p:cNvSpPr txBox="1">
            <a:spLocks noGrp="1"/>
          </p:cNvSpPr>
          <p:nvPr>
            <p:ph type="subTitle" idx="13"/>
          </p:nvPr>
        </p:nvSpPr>
        <p:spPr>
          <a:xfrm>
            <a:off x="291075" y="2571750"/>
            <a:ext cx="2765700" cy="7056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lt1"/>
                </a:solidFill>
                <a:latin typeface="Arimo"/>
                <a:ea typeface="Arimo"/>
                <a:cs typeface="Arimo"/>
                <a:sym typeface="Arimo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1"/>
                </a:solidFill>
                <a:latin typeface="Arimo"/>
                <a:ea typeface="Arimo"/>
                <a:cs typeface="Arimo"/>
                <a:sym typeface="Arimo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1"/>
                </a:solidFill>
                <a:latin typeface="Arimo"/>
                <a:ea typeface="Arimo"/>
                <a:cs typeface="Arimo"/>
                <a:sym typeface="Arimo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1"/>
                </a:solidFill>
                <a:latin typeface="Arimo"/>
                <a:ea typeface="Arimo"/>
                <a:cs typeface="Arimo"/>
                <a:sym typeface="Arimo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1"/>
                </a:solidFill>
                <a:latin typeface="Arimo"/>
                <a:ea typeface="Arimo"/>
                <a:cs typeface="Arimo"/>
                <a:sym typeface="Arimo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1"/>
                </a:solidFill>
                <a:latin typeface="Arimo"/>
                <a:ea typeface="Arimo"/>
                <a:cs typeface="Arimo"/>
                <a:sym typeface="Arimo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1"/>
                </a:solidFill>
                <a:latin typeface="Arimo"/>
                <a:ea typeface="Arimo"/>
                <a:cs typeface="Arimo"/>
                <a:sym typeface="Arimo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1"/>
                </a:solidFill>
                <a:latin typeface="Arimo"/>
                <a:ea typeface="Arimo"/>
                <a:cs typeface="Arimo"/>
                <a:sym typeface="Arimo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290" name="Google Shape;290;p34"/>
          <p:cNvSpPr txBox="1">
            <a:spLocks noGrp="1"/>
          </p:cNvSpPr>
          <p:nvPr>
            <p:ph type="subTitle" idx="14"/>
          </p:nvPr>
        </p:nvSpPr>
        <p:spPr>
          <a:xfrm>
            <a:off x="4629850" y="694401"/>
            <a:ext cx="2018700" cy="5667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latin typeface="Arimo"/>
                <a:ea typeface="Arimo"/>
                <a:cs typeface="Arimo"/>
                <a:sym typeface="Arimo"/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latin typeface="Arimo"/>
                <a:ea typeface="Arimo"/>
                <a:cs typeface="Arimo"/>
                <a:sym typeface="Arimo"/>
              </a:defRPr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latin typeface="Arimo"/>
                <a:ea typeface="Arimo"/>
                <a:cs typeface="Arimo"/>
                <a:sym typeface="Arimo"/>
              </a:defRPr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latin typeface="Arimo"/>
                <a:ea typeface="Arimo"/>
                <a:cs typeface="Arimo"/>
                <a:sym typeface="Arimo"/>
              </a:defRPr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latin typeface="Arimo"/>
                <a:ea typeface="Arimo"/>
                <a:cs typeface="Arimo"/>
                <a:sym typeface="Arimo"/>
              </a:defRPr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latin typeface="Arimo"/>
                <a:ea typeface="Arimo"/>
                <a:cs typeface="Arimo"/>
                <a:sym typeface="Arimo"/>
              </a:defRPr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latin typeface="Arimo"/>
                <a:ea typeface="Arimo"/>
                <a:cs typeface="Arimo"/>
                <a:sym typeface="Arimo"/>
              </a:defRPr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latin typeface="Arimo"/>
                <a:ea typeface="Arimo"/>
                <a:cs typeface="Arimo"/>
                <a:sym typeface="Arimo"/>
              </a:defRPr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291" name="Google Shape;291;p34"/>
          <p:cNvSpPr txBox="1">
            <a:spLocks noGrp="1"/>
          </p:cNvSpPr>
          <p:nvPr>
            <p:ph type="subTitle" idx="15"/>
          </p:nvPr>
        </p:nvSpPr>
        <p:spPr>
          <a:xfrm>
            <a:off x="4629900" y="1390480"/>
            <a:ext cx="2018700" cy="2241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u="sng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700">
                <a:latin typeface="Arimo"/>
                <a:ea typeface="Arimo"/>
                <a:cs typeface="Arimo"/>
                <a:sym typeface="Arimo"/>
              </a:defRPr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700">
                <a:latin typeface="Arimo"/>
                <a:ea typeface="Arimo"/>
                <a:cs typeface="Arimo"/>
                <a:sym typeface="Arimo"/>
              </a:defRPr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700">
                <a:latin typeface="Arimo"/>
                <a:ea typeface="Arimo"/>
                <a:cs typeface="Arimo"/>
                <a:sym typeface="Arimo"/>
              </a:defRPr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700">
                <a:latin typeface="Arimo"/>
                <a:ea typeface="Arimo"/>
                <a:cs typeface="Arimo"/>
                <a:sym typeface="Arimo"/>
              </a:defRPr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700">
                <a:latin typeface="Arimo"/>
                <a:ea typeface="Arimo"/>
                <a:cs typeface="Arimo"/>
                <a:sym typeface="Arimo"/>
              </a:defRPr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700">
                <a:latin typeface="Arimo"/>
                <a:ea typeface="Arimo"/>
                <a:cs typeface="Arimo"/>
                <a:sym typeface="Arimo"/>
              </a:defRPr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700">
                <a:latin typeface="Arimo"/>
                <a:ea typeface="Arimo"/>
                <a:cs typeface="Arimo"/>
                <a:sym typeface="Arimo"/>
              </a:defRPr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700"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292" name="Google Shape;292;p34"/>
          <p:cNvSpPr txBox="1">
            <a:spLocks noGrp="1"/>
          </p:cNvSpPr>
          <p:nvPr>
            <p:ph type="subTitle" idx="16"/>
          </p:nvPr>
        </p:nvSpPr>
        <p:spPr>
          <a:xfrm>
            <a:off x="3596775" y="2292000"/>
            <a:ext cx="1507500" cy="2241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lt2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7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7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7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7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7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7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7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7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293" name="Google Shape;293;p34"/>
          <p:cNvSpPr txBox="1">
            <a:spLocks noGrp="1"/>
          </p:cNvSpPr>
          <p:nvPr>
            <p:ph type="subTitle" idx="17"/>
          </p:nvPr>
        </p:nvSpPr>
        <p:spPr>
          <a:xfrm>
            <a:off x="3596775" y="2997350"/>
            <a:ext cx="1507500" cy="2241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lt2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7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7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7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7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7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7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7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7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294" name="Google Shape;294;p34"/>
          <p:cNvSpPr txBox="1">
            <a:spLocks noGrp="1"/>
          </p:cNvSpPr>
          <p:nvPr>
            <p:ph type="subTitle" idx="18"/>
          </p:nvPr>
        </p:nvSpPr>
        <p:spPr>
          <a:xfrm>
            <a:off x="3596675" y="1934500"/>
            <a:ext cx="1507500" cy="3576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295" name="Google Shape;295;p34"/>
          <p:cNvSpPr txBox="1">
            <a:spLocks noGrp="1"/>
          </p:cNvSpPr>
          <p:nvPr>
            <p:ph type="subTitle" idx="19"/>
          </p:nvPr>
        </p:nvSpPr>
        <p:spPr>
          <a:xfrm>
            <a:off x="3596775" y="2618213"/>
            <a:ext cx="1507500" cy="3576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296" name="Google Shape;296;p34"/>
          <p:cNvSpPr txBox="1">
            <a:spLocks noGrp="1"/>
          </p:cNvSpPr>
          <p:nvPr>
            <p:ph type="subTitle" idx="20"/>
          </p:nvPr>
        </p:nvSpPr>
        <p:spPr>
          <a:xfrm>
            <a:off x="5297950" y="2885600"/>
            <a:ext cx="1350600" cy="288900"/>
          </a:xfrm>
          <a:prstGeom prst="rect">
            <a:avLst/>
          </a:prstGeom>
        </p:spPr>
        <p:txBody>
          <a:bodyPr spcFirstLastPara="1" wrap="square" lIns="91425" tIns="0" rIns="91425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1000" u="sng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297" name="Google Shape;297;p34"/>
          <p:cNvSpPr txBox="1">
            <a:spLocks noGrp="1"/>
          </p:cNvSpPr>
          <p:nvPr>
            <p:ph type="sldNum" idx="12"/>
          </p:nvPr>
        </p:nvSpPr>
        <p:spPr>
          <a:xfrm>
            <a:off x="8208648" y="4749900"/>
            <a:ext cx="657900" cy="1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0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pPr marL="0" lvl="0" indent="-4445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mo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8" name="Google Shape;298;p34"/>
          <p:cNvSpPr txBox="1">
            <a:spLocks noGrp="1"/>
          </p:cNvSpPr>
          <p:nvPr>
            <p:ph type="subTitle" idx="21"/>
          </p:nvPr>
        </p:nvSpPr>
        <p:spPr>
          <a:xfrm>
            <a:off x="5426775" y="2214775"/>
            <a:ext cx="1092900" cy="566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lt2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images with description">
  <p:cSld name="CUSTOM_19_1_1_1">
    <p:bg>
      <p:bgPr>
        <a:solidFill>
          <a:schemeClr val="accent5"/>
        </a:solidFill>
        <a:effectLst/>
      </p:bgPr>
    </p:bg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35"/>
          <p:cNvSpPr>
            <a:spLocks noGrp="1"/>
          </p:cNvSpPr>
          <p:nvPr>
            <p:ph type="pic" idx="2"/>
          </p:nvPr>
        </p:nvSpPr>
        <p:spPr>
          <a:xfrm>
            <a:off x="2021325" y="1854425"/>
            <a:ext cx="1679100" cy="3013800"/>
          </a:xfrm>
          <a:prstGeom prst="roundRect">
            <a:avLst>
              <a:gd name="adj" fmla="val 13643"/>
            </a:avLst>
          </a:prstGeom>
          <a:noFill/>
          <a:ln>
            <a:noFill/>
          </a:ln>
        </p:spPr>
      </p:sp>
      <p:sp>
        <p:nvSpPr>
          <p:cNvPr id="301" name="Google Shape;301;p35"/>
          <p:cNvSpPr>
            <a:spLocks noGrp="1"/>
          </p:cNvSpPr>
          <p:nvPr>
            <p:ph type="pic" idx="3"/>
          </p:nvPr>
        </p:nvSpPr>
        <p:spPr>
          <a:xfrm>
            <a:off x="5444400" y="1854425"/>
            <a:ext cx="1679100" cy="3013800"/>
          </a:xfrm>
          <a:prstGeom prst="roundRect">
            <a:avLst>
              <a:gd name="adj" fmla="val 13643"/>
            </a:avLst>
          </a:prstGeom>
          <a:noFill/>
          <a:ln>
            <a:noFill/>
          </a:ln>
        </p:spPr>
      </p:sp>
      <p:sp>
        <p:nvSpPr>
          <p:cNvPr id="302" name="Google Shape;302;p35"/>
          <p:cNvSpPr txBox="1">
            <a:spLocks noGrp="1"/>
          </p:cNvSpPr>
          <p:nvPr>
            <p:ph type="subTitle" idx="1"/>
          </p:nvPr>
        </p:nvSpPr>
        <p:spPr>
          <a:xfrm>
            <a:off x="3700500" y="3326350"/>
            <a:ext cx="1743900" cy="4536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303" name="Google Shape;303;p35"/>
          <p:cNvSpPr txBox="1">
            <a:spLocks noGrp="1"/>
          </p:cNvSpPr>
          <p:nvPr>
            <p:ph type="body" idx="4"/>
          </p:nvPr>
        </p:nvSpPr>
        <p:spPr>
          <a:xfrm>
            <a:off x="3700500" y="3850823"/>
            <a:ext cx="1743900" cy="95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28600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marL="914400" lvl="1" indent="-228600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marL="1371600" lvl="2" indent="-228600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marL="1828800" lvl="3" indent="-228600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marL="2286000" lvl="4" indent="-228600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marL="2743200" lvl="5" indent="-228600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marL="3200400" lvl="6" indent="-228600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marL="3657600" lvl="7" indent="-228600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marL="4114800" lvl="8" indent="-228600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>
            <a:endParaRPr/>
          </a:p>
        </p:txBody>
      </p:sp>
      <p:sp>
        <p:nvSpPr>
          <p:cNvPr id="304" name="Google Shape;304;p35"/>
          <p:cNvSpPr txBox="1">
            <a:spLocks noGrp="1"/>
          </p:cNvSpPr>
          <p:nvPr>
            <p:ph type="subTitle" idx="5"/>
          </p:nvPr>
        </p:nvSpPr>
        <p:spPr>
          <a:xfrm>
            <a:off x="7123575" y="3326350"/>
            <a:ext cx="1743900" cy="4536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None/>
              <a:defRPr sz="1000"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305" name="Google Shape;305;p35"/>
          <p:cNvSpPr txBox="1">
            <a:spLocks noGrp="1"/>
          </p:cNvSpPr>
          <p:nvPr>
            <p:ph type="body" idx="6"/>
          </p:nvPr>
        </p:nvSpPr>
        <p:spPr>
          <a:xfrm>
            <a:off x="7123575" y="3850823"/>
            <a:ext cx="1743900" cy="95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28600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marL="914400" lvl="1" indent="-228600">
              <a:spcBef>
                <a:spcPts val="0"/>
              </a:spcBef>
              <a:spcAft>
                <a:spcPts val="0"/>
              </a:spcAft>
              <a:buNone/>
              <a:defRPr sz="1000"/>
            </a:lvl2pPr>
            <a:lvl3pPr marL="1371600" lvl="2" indent="-228600">
              <a:spcBef>
                <a:spcPts val="0"/>
              </a:spcBef>
              <a:spcAft>
                <a:spcPts val="0"/>
              </a:spcAft>
              <a:buNone/>
              <a:defRPr sz="1000"/>
            </a:lvl3pPr>
            <a:lvl4pPr marL="1828800" lvl="3" indent="-228600">
              <a:spcBef>
                <a:spcPts val="0"/>
              </a:spcBef>
              <a:spcAft>
                <a:spcPts val="0"/>
              </a:spcAft>
              <a:buNone/>
              <a:defRPr sz="1000"/>
            </a:lvl4pPr>
            <a:lvl5pPr marL="2286000" lvl="4" indent="-228600">
              <a:spcBef>
                <a:spcPts val="0"/>
              </a:spcBef>
              <a:spcAft>
                <a:spcPts val="0"/>
              </a:spcAft>
              <a:buNone/>
              <a:defRPr sz="1000"/>
            </a:lvl5pPr>
            <a:lvl6pPr marL="2743200" lvl="5" indent="-228600">
              <a:spcBef>
                <a:spcPts val="0"/>
              </a:spcBef>
              <a:spcAft>
                <a:spcPts val="0"/>
              </a:spcAft>
              <a:buNone/>
              <a:defRPr sz="1000"/>
            </a:lvl6pPr>
            <a:lvl7pPr marL="3200400" lvl="6" indent="-228600">
              <a:spcBef>
                <a:spcPts val="0"/>
              </a:spcBef>
              <a:spcAft>
                <a:spcPts val="0"/>
              </a:spcAft>
              <a:buNone/>
              <a:defRPr sz="1000"/>
            </a:lvl7pPr>
            <a:lvl8pPr marL="3657600" lvl="7" indent="-228600">
              <a:spcBef>
                <a:spcPts val="0"/>
              </a:spcBef>
              <a:spcAft>
                <a:spcPts val="0"/>
              </a:spcAft>
              <a:buNone/>
              <a:defRPr sz="1000"/>
            </a:lvl8pPr>
            <a:lvl9pPr marL="4114800" lvl="8" indent="-228600">
              <a:spcBef>
                <a:spcPts val="0"/>
              </a:spcBef>
              <a:spcAft>
                <a:spcPts val="0"/>
              </a:spcAft>
              <a:buNone/>
              <a:defRPr sz="1000"/>
            </a:lvl9pPr>
          </a:lstStyle>
          <a:p>
            <a:endParaRPr/>
          </a:p>
        </p:txBody>
      </p:sp>
      <p:sp>
        <p:nvSpPr>
          <p:cNvPr id="306" name="Google Shape;306;p35"/>
          <p:cNvSpPr txBox="1">
            <a:spLocks noGrp="1"/>
          </p:cNvSpPr>
          <p:nvPr>
            <p:ph type="title"/>
          </p:nvPr>
        </p:nvSpPr>
        <p:spPr>
          <a:xfrm>
            <a:off x="277500" y="416250"/>
            <a:ext cx="8589000" cy="885000"/>
          </a:xfrm>
          <a:prstGeom prst="rect">
            <a:avLst/>
          </a:prstGeom>
        </p:spPr>
        <p:txBody>
          <a:bodyPr spcFirstLastPara="1" wrap="square" lIns="0" tIns="91425" rIns="0" bIns="0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latin typeface="Arimo SemiBold"/>
                <a:ea typeface="Arimo SemiBold"/>
                <a:cs typeface="Arimo SemiBold"/>
                <a:sym typeface="Arimo SemiBold"/>
              </a:defRPr>
            </a:lvl9pPr>
          </a:lstStyle>
          <a:p>
            <a:endParaRPr/>
          </a:p>
        </p:txBody>
      </p:sp>
      <p:sp>
        <p:nvSpPr>
          <p:cNvPr id="307" name="Google Shape;307;p35"/>
          <p:cNvSpPr txBox="1">
            <a:spLocks noGrp="1"/>
          </p:cNvSpPr>
          <p:nvPr>
            <p:ph type="subTitle" idx="7"/>
          </p:nvPr>
        </p:nvSpPr>
        <p:spPr>
          <a:xfrm>
            <a:off x="277500" y="278858"/>
            <a:ext cx="1630200" cy="13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308" name="Google Shape;308;p35"/>
          <p:cNvSpPr txBox="1">
            <a:spLocks noGrp="1"/>
          </p:cNvSpPr>
          <p:nvPr>
            <p:ph type="subTitle" idx="8"/>
          </p:nvPr>
        </p:nvSpPr>
        <p:spPr>
          <a:xfrm>
            <a:off x="7236300" y="278858"/>
            <a:ext cx="1630200" cy="13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mo"/>
              <a:buNone/>
              <a:defRPr sz="800">
                <a:latin typeface="Arimo"/>
                <a:ea typeface="Arimo"/>
                <a:cs typeface="Arimo"/>
                <a:sym typeface="Arim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mo"/>
              <a:buNone/>
              <a:defRPr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309" name="Google Shape;309;p35"/>
          <p:cNvSpPr txBox="1">
            <a:spLocks noGrp="1"/>
          </p:cNvSpPr>
          <p:nvPr>
            <p:ph type="sldNum" idx="12"/>
          </p:nvPr>
        </p:nvSpPr>
        <p:spPr>
          <a:xfrm>
            <a:off x="8208648" y="4749900"/>
            <a:ext cx="657900" cy="1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0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pPr marL="0" lvl="0" indent="-4445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mo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36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9pPr>
          </a:lstStyle>
          <a:p>
            <a:endParaRPr/>
          </a:p>
        </p:txBody>
      </p:sp>
      <p:sp>
        <p:nvSpPr>
          <p:cNvPr id="312" name="Google Shape;312;p36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Char char="●"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Char char="○"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Char char="■"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Char char="●"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Char char="○"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Char char="■"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Char char="●"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Char char="○"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Char char="■"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 and body"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3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17" name="Google Shape;317;p3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20" name="Google Shape;320;p3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321" name="Google Shape;321;p39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41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Char char="●"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Char char="○"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Char char="■"/>
              <a:defRPr sz="2400"/>
            </a:lvl9pPr>
          </a:lstStyle>
          <a:p>
            <a:endParaRPr/>
          </a:p>
        </p:txBody>
      </p:sp>
      <p:sp>
        <p:nvSpPr>
          <p:cNvPr id="326" name="Google Shape;326;p41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2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Char char="●"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Char char="○"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Char char="■"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Char char="●"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Char char="○"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Char char="■"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Char char="●"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Char char="○"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Char char="■"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3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9pPr>
          </a:lstStyle>
          <a:p>
            <a:endParaRPr/>
          </a:p>
        </p:txBody>
      </p:sp>
      <p:sp>
        <p:nvSpPr>
          <p:cNvPr id="331" name="Google Shape;331;p43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32" name="Google Shape;332;p43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4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22860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45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9pPr>
          </a:lstStyle>
          <a:p>
            <a:r>
              <a:t>xx%</a:t>
            </a:r>
          </a:p>
        </p:txBody>
      </p:sp>
      <p:sp>
        <p:nvSpPr>
          <p:cNvPr id="337" name="Google Shape;337;p45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47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1" name="Google Shape;341;p47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342" name="Google Shape;342;p47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343" name="Google Shape;343;p47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344" name="Google Shape;344;p47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345" name="Google Shape;345;p47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346" name="Google Shape;346;p47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Title, body and image"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4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49" name="Google Shape;349;p4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350" name="Google Shape;350;p48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Two big ideas"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49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9pPr>
          </a:lstStyle>
          <a:p>
            <a:endParaRPr/>
          </a:p>
        </p:txBody>
      </p:sp>
      <p:sp>
        <p:nvSpPr>
          <p:cNvPr id="353" name="Google Shape;353;p49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354" name="Google Shape;354;p49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355" name="Google Shape;355;p49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356" name="Google Shape;356;p49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Three big ideas"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0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359" name="Google Shape;359;p50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360" name="Google Shape;360;p50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9pPr>
          </a:lstStyle>
          <a:p>
            <a:endParaRPr/>
          </a:p>
        </p:txBody>
      </p:sp>
      <p:sp>
        <p:nvSpPr>
          <p:cNvPr id="361" name="Google Shape;361;p50"/>
          <p:cNvSpPr txBox="1">
            <a:spLocks noGrp="1"/>
          </p:cNvSpPr>
          <p:nvPr>
            <p:ph type="subTitle" idx="3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362" name="Google Shape;362;p50"/>
          <p:cNvSpPr txBox="1">
            <a:spLocks noGrp="1"/>
          </p:cNvSpPr>
          <p:nvPr>
            <p:ph type="subTitle" idx="4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363" name="Google Shape;363;p50"/>
          <p:cNvSpPr txBox="1">
            <a:spLocks noGrp="1"/>
          </p:cNvSpPr>
          <p:nvPr>
            <p:ph type="subTitle" idx="5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364" name="Google Shape;364;p50"/>
          <p:cNvSpPr txBox="1">
            <a:spLocks noGrp="1"/>
          </p:cNvSpPr>
          <p:nvPr>
            <p:ph type="body" idx="6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Four big ideas"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51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367" name="Google Shape;367;p51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368" name="Google Shape;368;p51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369" name="Google Shape;369;p51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370" name="Google Shape;370;p51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Char char="●"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Char char="○"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Char char="■"/>
              <a:defRPr sz="3000"/>
            </a:lvl9pPr>
          </a:lstStyle>
          <a:p>
            <a:endParaRPr/>
          </a:p>
        </p:txBody>
      </p:sp>
      <p:sp>
        <p:nvSpPr>
          <p:cNvPr id="371" name="Google Shape;371;p51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372" name="Google Shape;372;p51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373" name="Google Shape;373;p51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374" name="Google Shape;374;p51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 and image"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5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77" name="Google Shape;377;p52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Two storyboards"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3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380" name="Google Shape;380;p53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381" name="Google Shape;381;p53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382" name="Google Shape;382;p53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383" name="Google Shape;383;p5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84" name="Google Shape;384;p53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385" name="Google Shape;385;p53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Three storyboards"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54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388" name="Google Shape;388;p54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389" name="Google Shape;389;p54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390" name="Google Shape;390;p54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391" name="Google Shape;391;p54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392" name="Google Shape;392;p54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393" name="Google Shape;393;p5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94" name="Google Shape;394;p54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395" name="Google Shape;395;p54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396" name="Google Shape;396;p54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Image only"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5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Image grid"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56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01" name="Google Shape;401;p56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02" name="Google Shape;402;p56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03" name="Google Shape;403;p56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04" name="Google Shape;404;p56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05" name="Google Shape;405;p56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06" name="Google Shape;406;p56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7" name="Google Shape;407;p56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08" name="Google Shape;408;p56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409" name="Google Shape;409;p56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>
          <p15:clr>
            <a:srgbClr val="E46962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25.xml"/><Relationship Id="rId18" Type="http://schemas.openxmlformats.org/officeDocument/2006/relationships/slideLayout" Target="../slideLayouts/slideLayout30.xml"/><Relationship Id="rId26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46.xml"/><Relationship Id="rId42" Type="http://schemas.openxmlformats.org/officeDocument/2006/relationships/slideLayout" Target="../slideLayouts/slideLayout54.xml"/><Relationship Id="rId7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28.xml"/><Relationship Id="rId20" Type="http://schemas.openxmlformats.org/officeDocument/2006/relationships/slideLayout" Target="../slideLayouts/slideLayout32.xml"/><Relationship Id="rId29" Type="http://schemas.openxmlformats.org/officeDocument/2006/relationships/slideLayout" Target="../slideLayouts/slideLayout41.xml"/><Relationship Id="rId41" Type="http://schemas.openxmlformats.org/officeDocument/2006/relationships/slideLayout" Target="../slideLayouts/slideLayout53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36.xml"/><Relationship Id="rId32" Type="http://schemas.openxmlformats.org/officeDocument/2006/relationships/slideLayout" Target="../slideLayouts/slideLayout44.xml"/><Relationship Id="rId37" Type="http://schemas.openxmlformats.org/officeDocument/2006/relationships/slideLayout" Target="../slideLayouts/slideLayout49.xml"/><Relationship Id="rId40" Type="http://schemas.openxmlformats.org/officeDocument/2006/relationships/slideLayout" Target="../slideLayouts/slideLayout52.xml"/><Relationship Id="rId5" Type="http://schemas.openxmlformats.org/officeDocument/2006/relationships/slideLayout" Target="../slideLayouts/slideLayout17.xml"/><Relationship Id="rId15" Type="http://schemas.openxmlformats.org/officeDocument/2006/relationships/slideLayout" Target="../slideLayouts/slideLayout27.xml"/><Relationship Id="rId23" Type="http://schemas.openxmlformats.org/officeDocument/2006/relationships/slideLayout" Target="../slideLayouts/slideLayout35.xml"/><Relationship Id="rId28" Type="http://schemas.openxmlformats.org/officeDocument/2006/relationships/slideLayout" Target="../slideLayouts/slideLayout40.xml"/><Relationship Id="rId36" Type="http://schemas.openxmlformats.org/officeDocument/2006/relationships/slideLayout" Target="../slideLayouts/slideLayout48.xml"/><Relationship Id="rId10" Type="http://schemas.openxmlformats.org/officeDocument/2006/relationships/slideLayout" Target="../slideLayouts/slideLayout22.xml"/><Relationship Id="rId19" Type="http://schemas.openxmlformats.org/officeDocument/2006/relationships/slideLayout" Target="../slideLayouts/slideLayout31.xml"/><Relationship Id="rId31" Type="http://schemas.openxmlformats.org/officeDocument/2006/relationships/slideLayout" Target="../slideLayouts/slideLayout43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slideLayout" Target="../slideLayouts/slideLayout26.xml"/><Relationship Id="rId22" Type="http://schemas.openxmlformats.org/officeDocument/2006/relationships/slideLayout" Target="../slideLayouts/slideLayout34.xml"/><Relationship Id="rId27" Type="http://schemas.openxmlformats.org/officeDocument/2006/relationships/slideLayout" Target="../slideLayouts/slideLayout39.xml"/><Relationship Id="rId30" Type="http://schemas.openxmlformats.org/officeDocument/2006/relationships/slideLayout" Target="../slideLayouts/slideLayout42.xml"/><Relationship Id="rId35" Type="http://schemas.openxmlformats.org/officeDocument/2006/relationships/slideLayout" Target="../slideLayouts/slideLayout47.xml"/><Relationship Id="rId43" Type="http://schemas.openxmlformats.org/officeDocument/2006/relationships/theme" Target="../theme/theme2.xml"/><Relationship Id="rId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24.xml"/><Relationship Id="rId17" Type="http://schemas.openxmlformats.org/officeDocument/2006/relationships/slideLayout" Target="../slideLayouts/slideLayout29.xml"/><Relationship Id="rId25" Type="http://schemas.openxmlformats.org/officeDocument/2006/relationships/slideLayout" Target="../slideLayouts/slideLayout37.xml"/><Relationship Id="rId33" Type="http://schemas.openxmlformats.org/officeDocument/2006/relationships/slideLayout" Target="../slideLayouts/slideLayout45.xml"/><Relationship Id="rId38" Type="http://schemas.openxmlformats.org/officeDocument/2006/relationships/slideLayout" Target="../slideLayouts/slideLayout5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op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Oswald"/>
              <a:buNone/>
              <a:defRPr sz="3000">
                <a:solidFill>
                  <a:schemeClr val="dk2"/>
                </a:solidFill>
                <a:highlight>
                  <a:schemeClr val="dk1"/>
                </a:highlight>
                <a:latin typeface="Oswald"/>
                <a:ea typeface="Oswald"/>
                <a:cs typeface="Oswald"/>
                <a:sym typeface="Oswa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Oswald"/>
              <a:buNone/>
              <a:defRPr sz="3000">
                <a:solidFill>
                  <a:schemeClr val="dk2"/>
                </a:solidFill>
                <a:highlight>
                  <a:schemeClr val="dk1"/>
                </a:highlight>
                <a:latin typeface="Oswald"/>
                <a:ea typeface="Oswald"/>
                <a:cs typeface="Oswald"/>
                <a:sym typeface="Oswa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Oswald"/>
              <a:buNone/>
              <a:defRPr sz="3000">
                <a:solidFill>
                  <a:schemeClr val="dk2"/>
                </a:solidFill>
                <a:highlight>
                  <a:schemeClr val="dk1"/>
                </a:highlight>
                <a:latin typeface="Oswald"/>
                <a:ea typeface="Oswald"/>
                <a:cs typeface="Oswald"/>
                <a:sym typeface="Oswa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Oswald"/>
              <a:buNone/>
              <a:defRPr sz="3000">
                <a:solidFill>
                  <a:schemeClr val="dk2"/>
                </a:solidFill>
                <a:highlight>
                  <a:schemeClr val="dk1"/>
                </a:highlight>
                <a:latin typeface="Oswald"/>
                <a:ea typeface="Oswald"/>
                <a:cs typeface="Oswald"/>
                <a:sym typeface="Oswa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Oswald"/>
              <a:buNone/>
              <a:defRPr sz="3000">
                <a:solidFill>
                  <a:schemeClr val="dk2"/>
                </a:solidFill>
                <a:highlight>
                  <a:schemeClr val="dk1"/>
                </a:highlight>
                <a:latin typeface="Oswald"/>
                <a:ea typeface="Oswald"/>
                <a:cs typeface="Oswald"/>
                <a:sym typeface="Oswa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Oswald"/>
              <a:buNone/>
              <a:defRPr sz="3000">
                <a:solidFill>
                  <a:schemeClr val="dk2"/>
                </a:solidFill>
                <a:highlight>
                  <a:schemeClr val="dk1"/>
                </a:highlight>
                <a:latin typeface="Oswald"/>
                <a:ea typeface="Oswald"/>
                <a:cs typeface="Oswald"/>
                <a:sym typeface="Oswa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Oswald"/>
              <a:buNone/>
              <a:defRPr sz="3000">
                <a:solidFill>
                  <a:schemeClr val="dk2"/>
                </a:solidFill>
                <a:highlight>
                  <a:schemeClr val="dk1"/>
                </a:highlight>
                <a:latin typeface="Oswald"/>
                <a:ea typeface="Oswald"/>
                <a:cs typeface="Oswald"/>
                <a:sym typeface="Oswa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Oswald"/>
              <a:buNone/>
              <a:defRPr sz="3000">
                <a:solidFill>
                  <a:schemeClr val="dk2"/>
                </a:solidFill>
                <a:highlight>
                  <a:schemeClr val="dk1"/>
                </a:highlight>
                <a:latin typeface="Oswald"/>
                <a:ea typeface="Oswald"/>
                <a:cs typeface="Oswald"/>
                <a:sym typeface="Oswa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Oswald"/>
              <a:buNone/>
              <a:defRPr sz="3000">
                <a:solidFill>
                  <a:schemeClr val="dk2"/>
                </a:solidFill>
                <a:highlight>
                  <a:schemeClr val="dk1"/>
                </a:highlight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234075"/>
            <a:ext cx="8520600" cy="333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Playfair Display"/>
              <a:buChar char="●"/>
              <a:defRPr sz="1800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layfair Display"/>
              <a:buChar char="○"/>
              <a:defRPr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layfair Display"/>
              <a:buChar char="■"/>
              <a:defRPr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layfair Display"/>
              <a:buChar char="●"/>
              <a:defRPr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layfair Display"/>
              <a:buChar char="○"/>
              <a:defRPr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layfair Display"/>
              <a:buChar char="■"/>
              <a:defRPr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layfair Display"/>
              <a:buChar char="●"/>
              <a:defRPr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layfair Display"/>
              <a:buChar char="○"/>
              <a:defRPr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Playfair Display"/>
              <a:buChar char="■"/>
              <a:defRPr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2"/>
        </a:solidFill>
        <a:effectLst/>
      </p:bgPr>
    </p:bg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4"/>
          <p:cNvSpPr txBox="1">
            <a:spLocks noGrp="1"/>
          </p:cNvSpPr>
          <p:nvPr>
            <p:ph type="title"/>
          </p:nvPr>
        </p:nvSpPr>
        <p:spPr>
          <a:xfrm>
            <a:off x="284850" y="285900"/>
            <a:ext cx="6423900" cy="5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  <p:sp>
        <p:nvSpPr>
          <p:cNvPr id="69" name="Google Shape;69;p14"/>
          <p:cNvSpPr txBox="1">
            <a:spLocks noGrp="1"/>
          </p:cNvSpPr>
          <p:nvPr>
            <p:ph type="body" idx="1"/>
          </p:nvPr>
        </p:nvSpPr>
        <p:spPr>
          <a:xfrm>
            <a:off x="284850" y="2001325"/>
            <a:ext cx="4088100" cy="24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Char char="●"/>
              <a:defRPr sz="12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Char char="○"/>
              <a:defRPr sz="12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Char char="■"/>
              <a:defRPr sz="12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Char char="●"/>
              <a:defRPr sz="12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Char char="○"/>
              <a:defRPr sz="12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Char char="■"/>
              <a:defRPr sz="12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Char char="●"/>
              <a:defRPr sz="12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Char char="○"/>
              <a:defRPr sz="12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mo"/>
              <a:buChar char="■"/>
              <a:defRPr sz="12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  <p:sldLayoutId id="2147483683" r:id="rId24"/>
    <p:sldLayoutId id="2147483684" r:id="rId25"/>
    <p:sldLayoutId id="2147483685" r:id="rId26"/>
    <p:sldLayoutId id="2147483686" r:id="rId27"/>
    <p:sldLayoutId id="2147483687" r:id="rId28"/>
    <p:sldLayoutId id="2147483688" r:id="rId29"/>
    <p:sldLayoutId id="2147483689" r:id="rId30"/>
    <p:sldLayoutId id="2147483690" r:id="rId31"/>
    <p:sldLayoutId id="2147483691" r:id="rId32"/>
    <p:sldLayoutId id="2147483692" r:id="rId33"/>
    <p:sldLayoutId id="2147483693" r:id="rId34"/>
    <p:sldLayoutId id="2147483694" r:id="rId35"/>
    <p:sldLayoutId id="2147483695" r:id="rId36"/>
    <p:sldLayoutId id="2147483696" r:id="rId37"/>
    <p:sldLayoutId id="2147483697" r:id="rId38"/>
    <p:sldLayoutId id="2147483698" r:id="rId39"/>
    <p:sldLayoutId id="2147483699" r:id="rId40"/>
    <p:sldLayoutId id="2147483700" r:id="rId41"/>
    <p:sldLayoutId id="2147483701" r:id="rId4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175">
          <p15:clr>
            <a:srgbClr val="E46962"/>
          </p15:clr>
        </p15:guide>
        <p15:guide id="2" orient="horz" pos="3061">
          <p15:clr>
            <a:srgbClr val="E46962"/>
          </p15:clr>
        </p15:guide>
        <p15:guide id="3" orient="horz" pos="175">
          <p15:clr>
            <a:srgbClr val="E46962"/>
          </p15:clr>
        </p15:guide>
        <p15:guide id="4" pos="5585">
          <p15:clr>
            <a:srgbClr val="E46962"/>
          </p15:clr>
        </p15:guide>
        <p15:guide id="5" orient="horz" pos="1620">
          <p15:clr>
            <a:srgbClr val="E46962"/>
          </p15:clr>
        </p15:guide>
        <p15:guide id="6" pos="2880">
          <p15:clr>
            <a:srgbClr val="E46962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wy2288@columbia.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4" Type="http://schemas.openxmlformats.org/officeDocument/2006/relationships/hyperlink" Target="mailto:data@library.columnbia.edu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tinyurl.com/dataclub1009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1.xml"/><Relationship Id="rId5" Type="http://schemas.openxmlformats.org/officeDocument/2006/relationships/hyperlink" Target="https://urldefense.com/v3/__https:/columbia-data.club/lb8h6d__;!!BDUfV1Et5lrpZQ!U9jwB3FZIx2jOdy78NWlVyv2qvkjvnP8Vy-Kract3AMM4WLvkhynQjAACQfS1N2t0efRar3c0bNKfVEic32W6nqRwA$" TargetMode="External"/><Relationship Id="rId4" Type="http://schemas.openxmlformats.org/officeDocument/2006/relationships/hyperlink" Target="https://www.fema.gov/about/openfema/data-sets/fema-usfa-nfirs-annual-data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Relationship Id="rId4" Type="http://schemas.openxmlformats.org/officeDocument/2006/relationships/hyperlink" Target="https://dazonnassist.com/data-mining/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9.xml"/><Relationship Id="rId4" Type="http://schemas.openxmlformats.org/officeDocument/2006/relationships/hyperlink" Target="https://easy-peasy.ai/ai-image-generator/images/contemporary-world-illustration-technology-renewable-energy-global-symbols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Relationship Id="rId4" Type="http://schemas.openxmlformats.org/officeDocument/2006/relationships/hyperlink" Target="https://aqua-cloud.io/katalon-studio-review-2025/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5.xml"/><Relationship Id="rId5" Type="http://schemas.openxmlformats.org/officeDocument/2006/relationships/hyperlink" Target="https://www.fema.gov/about/openfema/working-with-large-data-sets" TargetMode="External"/><Relationship Id="rId4" Type="http://schemas.openxmlformats.org/officeDocument/2006/relationships/hyperlink" Target="https://data.seattle.gov/Community-and-Culture/Checkouts-by-Title/tmmm-ytt6/about_data" TargetMode="Externa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events.columbia.edu/go/data_club_data_engineering" TargetMode="External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duckplyr.tidyverse.org/index.html" TargetMode="External"/><Relationship Id="rId3" Type="http://schemas.openxmlformats.org/officeDocument/2006/relationships/image" Target="../media/image2.png"/><Relationship Id="rId7" Type="http://schemas.openxmlformats.org/officeDocument/2006/relationships/hyperlink" Target="https://dtplyr.tidyverse.org/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6.xml"/><Relationship Id="rId6" Type="http://schemas.openxmlformats.org/officeDocument/2006/relationships/hyperlink" Target="https://dbplyr.tidyverse.org/articles/sql.html" TargetMode="External"/><Relationship Id="rId5" Type="http://schemas.openxmlformats.org/officeDocument/2006/relationships/hyperlink" Target="https://arrow.apache.org/docs/r/" TargetMode="External"/><Relationship Id="rId10" Type="http://schemas.openxmlformats.org/officeDocument/2006/relationships/hyperlink" Target="https://vroom.r-lib.org/articles/benchmarks.html" TargetMode="External"/><Relationship Id="rId4" Type="http://schemas.openxmlformats.org/officeDocument/2006/relationships/hyperlink" Target="https://rdatatable.gitlab.io/data.table/" TargetMode="External"/><Relationship Id="rId9" Type="http://schemas.openxmlformats.org/officeDocument/2006/relationships/hyperlink" Target="https://ddotta.github.io/cookbook-rpolars/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ema.gov/about/openfema/data-sets/fema-usfa-nfirs-annual-data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1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s.library.columbia.edu/research-data-services/2025/09/02/data-club-fall-2025-schedule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13.png"/><Relationship Id="rId5" Type="http://schemas.openxmlformats.org/officeDocument/2006/relationships/hyperlink" Target="mailto:data@library.columbia.edu" TargetMode="External"/><Relationship Id="rId4" Type="http://schemas.openxmlformats.org/officeDocument/2006/relationships/hyperlink" Target="mailto:wy2288@columbia.edu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57"/>
          <p:cNvSpPr txBox="1">
            <a:spLocks noGrp="1"/>
          </p:cNvSpPr>
          <p:nvPr>
            <p:ph type="subTitle" idx="1"/>
          </p:nvPr>
        </p:nvSpPr>
        <p:spPr>
          <a:xfrm>
            <a:off x="1584050" y="3440775"/>
            <a:ext cx="5859300" cy="872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r>
              <a:rPr lang="en" sz="1200" dirty="0"/>
              <a:t>Wei Yin | </a:t>
            </a:r>
            <a:r>
              <a:rPr lang="en" sz="1200" u="sng" dirty="0">
                <a:solidFill>
                  <a:schemeClr val="hlink"/>
                </a:solidFill>
                <a:hlinkClick r:id="rId3"/>
              </a:rPr>
              <a:t>wy2288@columbia.edu</a:t>
            </a:r>
            <a:endParaRPr sz="12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r>
              <a:rPr lang="en" sz="1200" dirty="0"/>
              <a:t>Research Support &amp; Data Services Librarian</a:t>
            </a:r>
            <a:endParaRPr sz="12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r>
              <a:rPr lang="en" sz="1200" dirty="0"/>
              <a:t>Research Data Services | </a:t>
            </a:r>
            <a:r>
              <a:rPr lang="en" sz="1200" u="sng" dirty="0">
                <a:solidFill>
                  <a:schemeClr val="hlink"/>
                </a:solidFill>
                <a:hlinkClick r:id="rId4"/>
              </a:rPr>
              <a:t>data@library.columbia.edu</a:t>
            </a:r>
            <a:r>
              <a:rPr lang="en" sz="1200" dirty="0"/>
              <a:t> </a:t>
            </a:r>
            <a:endParaRPr sz="12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r>
              <a:rPr lang="en" sz="1200" dirty="0"/>
              <a:t>Columbia University Libraries</a:t>
            </a:r>
            <a:endParaRPr sz="12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endParaRPr dirty="0"/>
          </a:p>
        </p:txBody>
      </p:sp>
      <p:sp>
        <p:nvSpPr>
          <p:cNvPr id="415" name="Google Shape;415;p57"/>
          <p:cNvSpPr txBox="1">
            <a:spLocks noGrp="1"/>
          </p:cNvSpPr>
          <p:nvPr>
            <p:ph type="subTitle" idx="2"/>
          </p:nvPr>
        </p:nvSpPr>
        <p:spPr>
          <a:xfrm>
            <a:off x="805650" y="454425"/>
            <a:ext cx="5141400" cy="283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Columbia University Libraries Data Club Fall 2025</a:t>
            </a:r>
            <a:endParaRPr sz="1200"/>
          </a:p>
        </p:txBody>
      </p:sp>
      <p:sp>
        <p:nvSpPr>
          <p:cNvPr id="416" name="Google Shape;416;p57"/>
          <p:cNvSpPr txBox="1">
            <a:spLocks noGrp="1"/>
          </p:cNvSpPr>
          <p:nvPr>
            <p:ph type="subTitle" idx="4"/>
          </p:nvPr>
        </p:nvSpPr>
        <p:spPr>
          <a:xfrm rot="2415" flipH="1">
            <a:off x="7394425" y="455094"/>
            <a:ext cx="1708500" cy="282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2025/10/09</a:t>
            </a:r>
            <a:endParaRPr sz="1200"/>
          </a:p>
        </p:txBody>
      </p:sp>
      <p:sp>
        <p:nvSpPr>
          <p:cNvPr id="417" name="Google Shape;417;p57"/>
          <p:cNvSpPr txBox="1">
            <a:spLocks noGrp="1"/>
          </p:cNvSpPr>
          <p:nvPr>
            <p:ph type="title"/>
          </p:nvPr>
        </p:nvSpPr>
        <p:spPr>
          <a:xfrm>
            <a:off x="821000" y="1186950"/>
            <a:ext cx="7710900" cy="1430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700" dirty="0"/>
              <a:t>Working with Large Datasets in R</a:t>
            </a:r>
            <a:endParaRPr sz="4700" dirty="0"/>
          </a:p>
        </p:txBody>
      </p:sp>
      <p:sp>
        <p:nvSpPr>
          <p:cNvPr id="418" name="Google Shape;418;p57"/>
          <p:cNvSpPr txBox="1"/>
          <p:nvPr/>
        </p:nvSpPr>
        <p:spPr>
          <a:xfrm>
            <a:off x="1637775" y="2598050"/>
            <a:ext cx="5972100" cy="71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dirty="0">
                <a:solidFill>
                  <a:srgbClr val="0000FF"/>
                </a:solidFill>
                <a:latin typeface="Arimo"/>
                <a:ea typeface="Arimo"/>
                <a:cs typeface="Arimo"/>
                <a:sym typeface="Arimo"/>
              </a:rPr>
              <a:t>Please access code here: </a:t>
            </a:r>
            <a:endParaRPr sz="1900" dirty="0">
              <a:solidFill>
                <a:srgbClr val="0000FF"/>
              </a:solidFill>
              <a:latin typeface="Arimo"/>
              <a:ea typeface="Arimo"/>
              <a:cs typeface="Arimo"/>
              <a:sym typeface="Arim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u="sng" dirty="0">
                <a:solidFill>
                  <a:srgbClr val="0000FF"/>
                </a:solidFill>
                <a:latin typeface="Arimo"/>
                <a:ea typeface="Arimo"/>
                <a:cs typeface="Arimo"/>
                <a:sym typeface="Arimo"/>
              </a:rPr>
              <a:t>https://</a:t>
            </a:r>
            <a:r>
              <a:rPr lang="en-US" sz="1900" u="sng" dirty="0" err="1">
                <a:solidFill>
                  <a:srgbClr val="0000FF"/>
                </a:solidFill>
                <a:latin typeface="Arimo"/>
                <a:ea typeface="Arimo"/>
                <a:cs typeface="Arimo"/>
                <a:sym typeface="Arimo"/>
              </a:rPr>
              <a:t>columbia-data.club</a:t>
            </a:r>
            <a:r>
              <a:rPr lang="en-US" sz="1900" u="sng" dirty="0">
                <a:solidFill>
                  <a:srgbClr val="0000FF"/>
                </a:solidFill>
                <a:latin typeface="Arimo"/>
                <a:ea typeface="Arimo"/>
                <a:cs typeface="Arimo"/>
                <a:sym typeface="Arimo"/>
              </a:rPr>
              <a:t>/3pqedb</a:t>
            </a:r>
            <a:endParaRPr lang="en-US" sz="1200" dirty="0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58"/>
          <p:cNvSpPr txBox="1">
            <a:spLocks noGrp="1"/>
          </p:cNvSpPr>
          <p:nvPr>
            <p:ph type="subTitle" idx="1"/>
          </p:nvPr>
        </p:nvSpPr>
        <p:spPr>
          <a:xfrm>
            <a:off x="4539825" y="2443322"/>
            <a:ext cx="4325700" cy="1187700"/>
          </a:xfrm>
          <a:prstGeom prst="rect">
            <a:avLst/>
          </a:prstGeom>
        </p:spPr>
        <p:txBody>
          <a:bodyPr spcFirstLastPara="1" wrap="square" lIns="91425" tIns="91425" rIns="0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 Large datasets in R setting</a:t>
            </a:r>
            <a:endParaRPr/>
          </a:p>
        </p:txBody>
      </p:sp>
      <p:sp>
        <p:nvSpPr>
          <p:cNvPr id="424" name="Google Shape;424;p58"/>
          <p:cNvSpPr txBox="1">
            <a:spLocks noGrp="1"/>
          </p:cNvSpPr>
          <p:nvPr>
            <p:ph type="subTitle" idx="2"/>
          </p:nvPr>
        </p:nvSpPr>
        <p:spPr>
          <a:xfrm>
            <a:off x="4539825" y="3792808"/>
            <a:ext cx="4325700" cy="452700"/>
          </a:xfrm>
          <a:prstGeom prst="rect">
            <a:avLst/>
          </a:prstGeom>
        </p:spPr>
        <p:txBody>
          <a:bodyPr spcFirstLastPara="1" wrap="square" lIns="91425" tIns="91425" rIns="0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 A few (possible) solutions</a:t>
            </a:r>
            <a:endParaRPr/>
          </a:p>
        </p:txBody>
      </p:sp>
      <p:sp>
        <p:nvSpPr>
          <p:cNvPr id="425" name="Google Shape;425;p58"/>
          <p:cNvSpPr txBox="1">
            <a:spLocks noGrp="1"/>
          </p:cNvSpPr>
          <p:nvPr>
            <p:ph type="subTitle" idx="3"/>
          </p:nvPr>
        </p:nvSpPr>
        <p:spPr>
          <a:xfrm>
            <a:off x="4539825" y="4407325"/>
            <a:ext cx="4325700" cy="452700"/>
          </a:xfrm>
          <a:prstGeom prst="rect">
            <a:avLst/>
          </a:prstGeom>
        </p:spPr>
        <p:txBody>
          <a:bodyPr spcFirstLastPara="1" wrap="square" lIns="91425" tIns="91425" rIns="0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3. A few R packages</a:t>
            </a:r>
            <a:endParaRPr/>
          </a:p>
        </p:txBody>
      </p:sp>
      <p:sp>
        <p:nvSpPr>
          <p:cNvPr id="426" name="Google Shape;426;p58"/>
          <p:cNvSpPr txBox="1">
            <a:spLocks noGrp="1"/>
          </p:cNvSpPr>
          <p:nvPr>
            <p:ph type="title"/>
          </p:nvPr>
        </p:nvSpPr>
        <p:spPr>
          <a:xfrm>
            <a:off x="277425" y="2056225"/>
            <a:ext cx="3541500" cy="2803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outline</a:t>
            </a:r>
            <a:endParaRPr/>
          </a:p>
        </p:txBody>
      </p:sp>
      <p:sp>
        <p:nvSpPr>
          <p:cNvPr id="427" name="Google Shape;427;p58"/>
          <p:cNvSpPr txBox="1">
            <a:spLocks noGrp="1"/>
          </p:cNvSpPr>
          <p:nvPr>
            <p:ph type="sldNum" idx="12"/>
          </p:nvPr>
        </p:nvSpPr>
        <p:spPr>
          <a:xfrm>
            <a:off x="8208648" y="4749900"/>
            <a:ext cx="657900" cy="192000"/>
          </a:xfrm>
          <a:prstGeom prst="rect">
            <a:avLst/>
          </a:prstGeom>
        </p:spPr>
        <p:txBody>
          <a:bodyPr spcFirstLastPara="1" wrap="square" lIns="91425" tIns="91425" rIns="0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mo"/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  <p:sp>
        <p:nvSpPr>
          <p:cNvPr id="428" name="Google Shape;428;p58"/>
          <p:cNvSpPr txBox="1"/>
          <p:nvPr/>
        </p:nvSpPr>
        <p:spPr>
          <a:xfrm>
            <a:off x="52625" y="401225"/>
            <a:ext cx="8517600" cy="27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 dirty="0">
                <a:solidFill>
                  <a:schemeClr val="dk1"/>
                </a:solidFill>
                <a:highlight>
                  <a:schemeClr val="lt2"/>
                </a:highlight>
                <a:latin typeface="Arimo"/>
                <a:ea typeface="Arimo"/>
                <a:cs typeface="Arimo"/>
                <a:sym typeface="Arimo"/>
              </a:rPr>
              <a:t>Please access slides using this </a:t>
            </a:r>
            <a:r>
              <a:rPr lang="en" sz="2400" b="1" dirty="0" err="1">
                <a:solidFill>
                  <a:schemeClr val="dk1"/>
                </a:solidFill>
                <a:highlight>
                  <a:schemeClr val="lt2"/>
                </a:highlight>
                <a:latin typeface="Arimo"/>
                <a:ea typeface="Arimo"/>
                <a:cs typeface="Arimo"/>
                <a:sym typeface="Arimo"/>
              </a:rPr>
              <a:t>tinyurl</a:t>
            </a:r>
            <a:r>
              <a:rPr lang="en" sz="2400" b="1" dirty="0">
                <a:solidFill>
                  <a:schemeClr val="dk1"/>
                </a:solidFill>
                <a:highlight>
                  <a:schemeClr val="lt2"/>
                </a:highlight>
                <a:latin typeface="Arimo"/>
                <a:ea typeface="Arimo"/>
                <a:cs typeface="Arimo"/>
                <a:sym typeface="Arimo"/>
              </a:rPr>
              <a:t>:</a:t>
            </a:r>
            <a:endParaRPr sz="2400" b="1" dirty="0">
              <a:solidFill>
                <a:schemeClr val="dk1"/>
              </a:solidFill>
              <a:highlight>
                <a:schemeClr val="lt2"/>
              </a:highlight>
              <a:latin typeface="Arimo"/>
              <a:ea typeface="Arimo"/>
              <a:cs typeface="Arimo"/>
              <a:sym typeface="Arim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u="sng" dirty="0">
                <a:solidFill>
                  <a:schemeClr val="hlink"/>
                </a:solidFill>
                <a:highlight>
                  <a:schemeClr val="lt2"/>
                </a:highlight>
                <a:latin typeface="Arimo"/>
                <a:ea typeface="Arimo"/>
                <a:cs typeface="Arimo"/>
                <a:sym typeface="Arimo"/>
                <a:hlinkClick r:id="rId3"/>
              </a:rPr>
              <a:t>https://columbia-data.club/kcjbes</a:t>
            </a:r>
            <a:endParaRPr sz="2400" b="1" dirty="0">
              <a:solidFill>
                <a:schemeClr val="dk1"/>
              </a:solidFill>
              <a:highlight>
                <a:schemeClr val="lt2"/>
              </a:highlight>
              <a:latin typeface="Arimo"/>
              <a:ea typeface="Arimo"/>
              <a:cs typeface="Arimo"/>
              <a:sym typeface="Arim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 b="1" dirty="0">
              <a:solidFill>
                <a:schemeClr val="dk1"/>
              </a:solidFill>
              <a:highlight>
                <a:schemeClr val="lt2"/>
              </a:highlight>
              <a:latin typeface="Arimo"/>
              <a:ea typeface="Arimo"/>
              <a:cs typeface="Arimo"/>
              <a:sym typeface="Arim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 dirty="0">
                <a:solidFill>
                  <a:schemeClr val="dk1"/>
                </a:solidFill>
                <a:highlight>
                  <a:schemeClr val="lt2"/>
                </a:highlight>
                <a:latin typeface="Arimo"/>
                <a:ea typeface="Arimo"/>
                <a:cs typeface="Arimo"/>
                <a:sym typeface="Arimo"/>
              </a:rPr>
              <a:t>Please download </a:t>
            </a:r>
            <a:r>
              <a:rPr lang="en" sz="2400" b="1" dirty="0" err="1">
                <a:solidFill>
                  <a:schemeClr val="dk1"/>
                </a:solidFill>
                <a:highlight>
                  <a:schemeClr val="lt2"/>
                </a:highlight>
                <a:latin typeface="Arimo"/>
                <a:ea typeface="Arimo"/>
                <a:cs typeface="Arimo"/>
                <a:sym typeface="Arimo"/>
              </a:rPr>
              <a:t>OpenFEMA</a:t>
            </a:r>
            <a:r>
              <a:rPr lang="en" sz="2400" b="1" dirty="0">
                <a:solidFill>
                  <a:schemeClr val="dk1"/>
                </a:solidFill>
                <a:highlight>
                  <a:schemeClr val="lt2"/>
                </a:highlight>
                <a:latin typeface="Arimo"/>
                <a:ea typeface="Arimo"/>
                <a:cs typeface="Arimo"/>
                <a:sym typeface="Arimo"/>
              </a:rPr>
              <a:t> </a:t>
            </a:r>
            <a:endParaRPr sz="2400" b="1" dirty="0">
              <a:solidFill>
                <a:schemeClr val="dk1"/>
              </a:solidFill>
              <a:highlight>
                <a:schemeClr val="lt2"/>
              </a:highlight>
              <a:latin typeface="Arimo"/>
              <a:ea typeface="Arimo"/>
              <a:cs typeface="Arimo"/>
              <a:sym typeface="Arim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 u="sng" dirty="0">
                <a:solidFill>
                  <a:schemeClr val="hlink"/>
                </a:solidFill>
                <a:highlight>
                  <a:schemeClr val="lt2"/>
                </a:highlight>
                <a:latin typeface="Arimo"/>
                <a:ea typeface="Arimo"/>
                <a:cs typeface="Arimo"/>
                <a:sym typeface="Arimo"/>
                <a:hlinkClick r:id="rId4"/>
              </a:rPr>
              <a:t>NFIRS datasets 2024</a:t>
            </a:r>
            <a:endParaRPr sz="2400" dirty="0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 err="1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Moacir</a:t>
            </a:r>
            <a:r>
              <a:rPr lang="en" sz="1100" dirty="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 created a short download link for the NFIRS 2024, so you can use either the original link above or the link below for download</a:t>
            </a:r>
            <a:endParaRPr sz="1100" dirty="0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u="sng" dirty="0">
                <a:solidFill>
                  <a:srgbClr val="1155CC"/>
                </a:solidFill>
                <a:latin typeface="Roboto"/>
                <a:ea typeface="Roboto"/>
                <a:cs typeface="Roboto"/>
                <a:sym typeface="Roboto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https://columbia-data.club/lb8h6d</a:t>
            </a:r>
            <a:endParaRPr sz="2400" dirty="0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600" b="1" dirty="0">
              <a:solidFill>
                <a:schemeClr val="dk1"/>
              </a:solidFill>
              <a:highlight>
                <a:schemeClr val="lt2"/>
              </a:highlight>
              <a:latin typeface="Arimo"/>
              <a:ea typeface="Arimo"/>
              <a:cs typeface="Arimo"/>
              <a:sym typeface="Arim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1" dirty="0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59"/>
          <p:cNvSpPr txBox="1">
            <a:spLocks noGrp="1"/>
          </p:cNvSpPr>
          <p:nvPr>
            <p:ph type="sldNum" idx="12"/>
          </p:nvPr>
        </p:nvSpPr>
        <p:spPr>
          <a:xfrm>
            <a:off x="8208648" y="4749900"/>
            <a:ext cx="657900" cy="192000"/>
          </a:xfrm>
          <a:prstGeom prst="rect">
            <a:avLst/>
          </a:prstGeom>
        </p:spPr>
        <p:txBody>
          <a:bodyPr spcFirstLastPara="1" wrap="square" lIns="91425" tIns="91425" rIns="0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mo"/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  <p:sp>
        <p:nvSpPr>
          <p:cNvPr id="434" name="Google Shape;434;p59"/>
          <p:cNvSpPr txBox="1">
            <a:spLocks noGrp="1"/>
          </p:cNvSpPr>
          <p:nvPr>
            <p:ph type="subTitle" idx="1"/>
          </p:nvPr>
        </p:nvSpPr>
        <p:spPr>
          <a:xfrm>
            <a:off x="601325" y="3751025"/>
            <a:ext cx="576000" cy="576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</a:t>
            </a:r>
            <a:endParaRPr/>
          </a:p>
        </p:txBody>
      </p:sp>
      <p:pic>
        <p:nvPicPr>
          <p:cNvPr id="435" name="Google Shape;435;p5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6063" y="390650"/>
            <a:ext cx="7811881" cy="2395440"/>
          </a:xfrm>
          <a:prstGeom prst="rect">
            <a:avLst/>
          </a:prstGeom>
          <a:noFill/>
          <a:ln>
            <a:noFill/>
          </a:ln>
        </p:spPr>
      </p:pic>
      <p:sp>
        <p:nvSpPr>
          <p:cNvPr id="436" name="Google Shape;436;p59"/>
          <p:cNvSpPr txBox="1"/>
          <p:nvPr/>
        </p:nvSpPr>
        <p:spPr>
          <a:xfrm>
            <a:off x="277500" y="4883325"/>
            <a:ext cx="1692900" cy="28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Image source: </a:t>
            </a:r>
            <a:r>
              <a:rPr lang="en" sz="800" u="sng">
                <a:solidFill>
                  <a:schemeClr val="hlink"/>
                </a:solidFill>
                <a:latin typeface="Arimo"/>
                <a:ea typeface="Arimo"/>
                <a:cs typeface="Arimo"/>
                <a:sym typeface="Arimo"/>
                <a:hlinkClick r:id="rId4"/>
              </a:rPr>
              <a:t>dazonnassist</a:t>
            </a:r>
            <a:endParaRPr sz="800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437" name="Google Shape;437;p59"/>
          <p:cNvSpPr txBox="1"/>
          <p:nvPr/>
        </p:nvSpPr>
        <p:spPr>
          <a:xfrm>
            <a:off x="2373175" y="2911425"/>
            <a:ext cx="6104700" cy="18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In R and RStudio, "large data" typically refers to datasets that exceed the available RAM (random access memory) of the computer running R.</a:t>
            </a:r>
            <a:endParaRPr sz="1600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Char char="●"/>
            </a:pPr>
            <a:r>
              <a:rPr lang="en" sz="10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A general rule of thumb suggests needing 2-3 times the RAM of your data size for comfortable processing.</a:t>
            </a:r>
            <a:endParaRPr sz="1000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Char char="●"/>
            </a:pPr>
            <a:r>
              <a:rPr lang="en" sz="10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Data exceeding 50% of available RAM are essentially unusable.</a:t>
            </a:r>
            <a:endParaRPr sz="1000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  <a:p>
            <a:pPr marL="1371600" lvl="1" indent="-2921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Char char="○"/>
            </a:pPr>
            <a:r>
              <a:rPr lang="en" sz="10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We consider a data set large if it exceeds 20% of the RAM on a given machine and massive if it exceeds 50%</a:t>
            </a:r>
            <a:endParaRPr sz="1000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60"/>
          <p:cNvSpPr/>
          <p:nvPr/>
        </p:nvSpPr>
        <p:spPr>
          <a:xfrm>
            <a:off x="277500" y="277500"/>
            <a:ext cx="4536300" cy="4582500"/>
          </a:xfrm>
          <a:prstGeom prst="roundRect">
            <a:avLst>
              <a:gd name="adj" fmla="val 13193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443" name="Google Shape;443;p60"/>
          <p:cNvSpPr txBox="1">
            <a:spLocks noGrp="1"/>
          </p:cNvSpPr>
          <p:nvPr>
            <p:ph type="title"/>
          </p:nvPr>
        </p:nvSpPr>
        <p:spPr>
          <a:xfrm>
            <a:off x="5322000" y="235000"/>
            <a:ext cx="3544500" cy="579300"/>
          </a:xfrm>
          <a:prstGeom prst="rect">
            <a:avLst/>
          </a:prstGeom>
        </p:spPr>
        <p:txBody>
          <a:bodyPr spcFirstLastPara="1" wrap="square" lIns="0" tIns="91425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When I mention large datasets in today’s session, that means</a:t>
            </a:r>
            <a:endParaRPr/>
          </a:p>
        </p:txBody>
      </p:sp>
      <p:sp>
        <p:nvSpPr>
          <p:cNvPr id="444" name="Google Shape;444;p60"/>
          <p:cNvSpPr/>
          <p:nvPr/>
        </p:nvSpPr>
        <p:spPr>
          <a:xfrm>
            <a:off x="5595650" y="980125"/>
            <a:ext cx="3096600" cy="7815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445" name="Google Shape;445;p60"/>
          <p:cNvSpPr txBox="1"/>
          <p:nvPr/>
        </p:nvSpPr>
        <p:spPr>
          <a:xfrm>
            <a:off x="5595650" y="997925"/>
            <a:ext cx="3096600" cy="87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45720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Char char="●"/>
            </a:pPr>
            <a:r>
              <a:rPr lang="en" sz="10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Real world data - both in sciences and social sciences </a:t>
            </a:r>
            <a:endParaRPr sz="1000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  <a:p>
            <a:pPr marL="45720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Char char="●"/>
            </a:pPr>
            <a:r>
              <a:rPr lang="en" sz="10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Not perfectly simulated scientific data or well-maintained industry datasets/databases</a:t>
            </a:r>
            <a:endParaRPr sz="1000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446" name="Google Shape;446;p60"/>
          <p:cNvSpPr/>
          <p:nvPr/>
        </p:nvSpPr>
        <p:spPr>
          <a:xfrm>
            <a:off x="6324400" y="2236047"/>
            <a:ext cx="2313900" cy="11019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447" name="Google Shape;447;p60"/>
          <p:cNvSpPr txBox="1"/>
          <p:nvPr/>
        </p:nvSpPr>
        <p:spPr>
          <a:xfrm>
            <a:off x="6447276" y="2284350"/>
            <a:ext cx="2190900" cy="10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182880" lvl="0" indent="-15494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Char char="●"/>
            </a:pPr>
            <a:r>
              <a:rPr lang="en" sz="10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Highly possible need data manipulation</a:t>
            </a:r>
            <a:endParaRPr sz="1000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  <a:p>
            <a:pPr marL="914400" lvl="1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Char char="○"/>
            </a:pPr>
            <a:r>
              <a:rPr lang="en" sz="10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Multiple data sources</a:t>
            </a:r>
            <a:endParaRPr sz="1000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  <a:p>
            <a:pPr marL="182880" lvl="0" indent="-15494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mo"/>
              <a:buChar char="●"/>
            </a:pPr>
            <a:r>
              <a:rPr lang="en" sz="10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Might use for customized research explorations</a:t>
            </a:r>
            <a:endParaRPr sz="1000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  <a:p>
            <a:pPr marL="9144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448" name="Google Shape;448;p60"/>
          <p:cNvSpPr/>
          <p:nvPr/>
        </p:nvSpPr>
        <p:spPr>
          <a:xfrm>
            <a:off x="5595650" y="3644725"/>
            <a:ext cx="2702100" cy="12153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mo"/>
              <a:buChar char="●"/>
            </a:pPr>
            <a:r>
              <a:rPr lang="en" sz="1000">
                <a:solidFill>
                  <a:schemeClr val="lt1"/>
                </a:solidFill>
                <a:latin typeface="Arimo"/>
                <a:ea typeface="Arimo"/>
                <a:cs typeface="Arimo"/>
                <a:sym typeface="Arimo"/>
              </a:rPr>
              <a:t>For stand alone individual machine users</a:t>
            </a:r>
            <a:endParaRPr sz="1000">
              <a:solidFill>
                <a:schemeClr val="lt1"/>
              </a:solidFill>
              <a:latin typeface="Arimo"/>
              <a:ea typeface="Arimo"/>
              <a:cs typeface="Arimo"/>
              <a:sym typeface="Arimo"/>
            </a:endParaRPr>
          </a:p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mo"/>
              <a:buChar char="●"/>
            </a:pPr>
            <a:r>
              <a:rPr lang="en" sz="1000">
                <a:solidFill>
                  <a:schemeClr val="lt1"/>
                </a:solidFill>
                <a:latin typeface="Arimo"/>
                <a:ea typeface="Arimo"/>
                <a:cs typeface="Arimo"/>
                <a:sym typeface="Arimo"/>
              </a:rPr>
              <a:t>What to do before using High Performance Computing (HPC) or cloud based research computing</a:t>
            </a:r>
            <a:endParaRPr sz="1000">
              <a:solidFill>
                <a:schemeClr val="lt1"/>
              </a:solidFill>
              <a:latin typeface="Arimo"/>
              <a:ea typeface="Arimo"/>
              <a:cs typeface="Arimo"/>
              <a:sym typeface="Arimo"/>
            </a:endParaRPr>
          </a:p>
          <a:p>
            <a:pPr marL="914400" lvl="1" indent="-29210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mo"/>
              <a:buChar char="○"/>
            </a:pPr>
            <a:r>
              <a:rPr lang="en" sz="1000">
                <a:solidFill>
                  <a:schemeClr val="lt1"/>
                </a:solidFill>
                <a:latin typeface="Arimo"/>
                <a:ea typeface="Arimo"/>
                <a:cs typeface="Arimo"/>
                <a:sym typeface="Arimo"/>
              </a:rPr>
              <a:t>Automation and iteration can be a different data club session</a:t>
            </a:r>
            <a:endParaRPr sz="1000">
              <a:solidFill>
                <a:schemeClr val="lt1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cxnSp>
        <p:nvCxnSpPr>
          <p:cNvPr id="449" name="Google Shape;449;p60"/>
          <p:cNvCxnSpPr/>
          <p:nvPr/>
        </p:nvCxnSpPr>
        <p:spPr>
          <a:xfrm>
            <a:off x="2338400" y="1370875"/>
            <a:ext cx="31458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450" name="Google Shape;450;p60"/>
          <p:cNvCxnSpPr/>
          <p:nvPr/>
        </p:nvCxnSpPr>
        <p:spPr>
          <a:xfrm>
            <a:off x="4024750" y="2626800"/>
            <a:ext cx="2160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451" name="Google Shape;451;p60"/>
          <p:cNvCxnSpPr/>
          <p:nvPr/>
        </p:nvCxnSpPr>
        <p:spPr>
          <a:xfrm>
            <a:off x="3524900" y="3916375"/>
            <a:ext cx="19593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452" name="Google Shape;452;p60"/>
          <p:cNvSpPr txBox="1">
            <a:spLocks noGrp="1"/>
          </p:cNvSpPr>
          <p:nvPr>
            <p:ph type="sldNum" idx="12"/>
          </p:nvPr>
        </p:nvSpPr>
        <p:spPr>
          <a:xfrm>
            <a:off x="8208648" y="4749900"/>
            <a:ext cx="657900" cy="192000"/>
          </a:xfrm>
          <a:prstGeom prst="rect">
            <a:avLst/>
          </a:prstGeom>
        </p:spPr>
        <p:txBody>
          <a:bodyPr spcFirstLastPara="1" wrap="square" lIns="91425" tIns="91425" rIns="0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mo"/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  <p:pic>
        <p:nvPicPr>
          <p:cNvPr id="453" name="Google Shape;453;p6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7500" y="254175"/>
            <a:ext cx="4629151" cy="4629151"/>
          </a:xfrm>
          <a:prstGeom prst="rect">
            <a:avLst/>
          </a:prstGeom>
          <a:noFill/>
          <a:ln>
            <a:noFill/>
          </a:ln>
        </p:spPr>
      </p:pic>
      <p:sp>
        <p:nvSpPr>
          <p:cNvPr id="454" name="Google Shape;454;p60"/>
          <p:cNvSpPr txBox="1"/>
          <p:nvPr/>
        </p:nvSpPr>
        <p:spPr>
          <a:xfrm>
            <a:off x="277500" y="4883325"/>
            <a:ext cx="1692900" cy="28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Image source: </a:t>
            </a:r>
            <a:r>
              <a:rPr lang="en" sz="800" u="sng">
                <a:solidFill>
                  <a:schemeClr val="hlink"/>
                </a:solidFill>
                <a:latin typeface="Arimo"/>
                <a:ea typeface="Arimo"/>
                <a:cs typeface="Arimo"/>
                <a:sym typeface="Arimo"/>
                <a:hlinkClick r:id="rId4"/>
              </a:rPr>
              <a:t>easy.peasy.ai</a:t>
            </a:r>
            <a:endParaRPr sz="800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p61"/>
          <p:cNvSpPr txBox="1">
            <a:spLocks noGrp="1"/>
          </p:cNvSpPr>
          <p:nvPr>
            <p:ph type="sldNum" idx="12"/>
          </p:nvPr>
        </p:nvSpPr>
        <p:spPr>
          <a:xfrm>
            <a:off x="8208648" y="4749900"/>
            <a:ext cx="657900" cy="192000"/>
          </a:xfrm>
          <a:prstGeom prst="rect">
            <a:avLst/>
          </a:prstGeom>
        </p:spPr>
        <p:txBody>
          <a:bodyPr spcFirstLastPara="1" wrap="square" lIns="91425" tIns="91425" rIns="0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mo"/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  <p:sp>
        <p:nvSpPr>
          <p:cNvPr id="460" name="Google Shape;460;p61"/>
          <p:cNvSpPr txBox="1">
            <a:spLocks noGrp="1"/>
          </p:cNvSpPr>
          <p:nvPr>
            <p:ph type="subTitle" idx="1"/>
          </p:nvPr>
        </p:nvSpPr>
        <p:spPr>
          <a:xfrm>
            <a:off x="601325" y="3751025"/>
            <a:ext cx="576000" cy="576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</a:t>
            </a:r>
            <a:endParaRPr/>
          </a:p>
        </p:txBody>
      </p:sp>
      <p:sp>
        <p:nvSpPr>
          <p:cNvPr id="461" name="Google Shape;461;p61"/>
          <p:cNvSpPr txBox="1">
            <a:spLocks noGrp="1"/>
          </p:cNvSpPr>
          <p:nvPr>
            <p:ph type="title"/>
          </p:nvPr>
        </p:nvSpPr>
        <p:spPr>
          <a:xfrm>
            <a:off x="2598475" y="3189000"/>
            <a:ext cx="5985300" cy="1560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/>
              <a:t>A few (possible) solutions on an individual’s laptop or desktop</a:t>
            </a:r>
            <a:endParaRPr sz="3200"/>
          </a:p>
        </p:txBody>
      </p:sp>
      <p:pic>
        <p:nvPicPr>
          <p:cNvPr id="462" name="Google Shape;462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1325" y="466475"/>
            <a:ext cx="3951448" cy="2622125"/>
          </a:xfrm>
          <a:prstGeom prst="rect">
            <a:avLst/>
          </a:prstGeom>
          <a:noFill/>
          <a:ln>
            <a:noFill/>
          </a:ln>
        </p:spPr>
      </p:pic>
      <p:sp>
        <p:nvSpPr>
          <p:cNvPr id="463" name="Google Shape;463;p61"/>
          <p:cNvSpPr txBox="1"/>
          <p:nvPr/>
        </p:nvSpPr>
        <p:spPr>
          <a:xfrm>
            <a:off x="382025" y="4850300"/>
            <a:ext cx="30000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Image source: </a:t>
            </a:r>
            <a:r>
              <a:rPr lang="en" sz="800" u="sng">
                <a:solidFill>
                  <a:schemeClr val="hlink"/>
                </a:solidFill>
                <a:latin typeface="Arimo"/>
                <a:ea typeface="Arimo"/>
                <a:cs typeface="Arimo"/>
                <a:sym typeface="Arimo"/>
                <a:hlinkClick r:id="rId4"/>
              </a:rPr>
              <a:t>aqua cloud</a:t>
            </a:r>
            <a:endParaRPr/>
          </a:p>
        </p:txBody>
      </p:sp>
      <p:sp>
        <p:nvSpPr>
          <p:cNvPr id="464" name="Google Shape;464;p61"/>
          <p:cNvSpPr txBox="1"/>
          <p:nvPr/>
        </p:nvSpPr>
        <p:spPr>
          <a:xfrm>
            <a:off x="5255325" y="789275"/>
            <a:ext cx="2933400" cy="15075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There are no one-fits-for-all solutions</a:t>
            </a:r>
            <a:endParaRPr sz="1200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If you are reading my slides later, solutions can be totally different from today (Oct. 9, 2025), due to hardware and software improvements</a:t>
            </a:r>
            <a:endParaRPr sz="1200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9" name="Google Shape;469;p62"/>
          <p:cNvPicPr preferRelativeResize="0"/>
          <p:nvPr/>
        </p:nvPicPr>
        <p:blipFill rotWithShape="1">
          <a:blip r:embed="rId3">
            <a:alphaModFix amt="10000"/>
          </a:blip>
          <a:srcRect l="1068" t="20939" r="50141" b="14552"/>
          <a:stretch/>
        </p:blipFill>
        <p:spPr>
          <a:xfrm>
            <a:off x="274125" y="1863575"/>
            <a:ext cx="4236300" cy="2995200"/>
          </a:xfrm>
          <a:prstGeom prst="roundRect">
            <a:avLst>
              <a:gd name="adj" fmla="val 10347"/>
            </a:avLst>
          </a:prstGeom>
          <a:noFill/>
          <a:ln>
            <a:noFill/>
          </a:ln>
        </p:spPr>
      </p:pic>
      <p:pic>
        <p:nvPicPr>
          <p:cNvPr id="470" name="Google Shape;470;p62"/>
          <p:cNvPicPr preferRelativeResize="0"/>
          <p:nvPr/>
        </p:nvPicPr>
        <p:blipFill rotWithShape="1">
          <a:blip r:embed="rId3">
            <a:alphaModFix amt="10000"/>
          </a:blip>
          <a:srcRect l="1068" t="20939" r="50141" b="14552"/>
          <a:stretch/>
        </p:blipFill>
        <p:spPr>
          <a:xfrm>
            <a:off x="4631050" y="1863575"/>
            <a:ext cx="4236300" cy="2995200"/>
          </a:xfrm>
          <a:prstGeom prst="roundRect">
            <a:avLst>
              <a:gd name="adj" fmla="val 10347"/>
            </a:avLst>
          </a:prstGeom>
          <a:noFill/>
          <a:ln>
            <a:noFill/>
          </a:ln>
        </p:spPr>
      </p:pic>
      <p:sp>
        <p:nvSpPr>
          <p:cNvPr id="471" name="Google Shape;471;p62"/>
          <p:cNvSpPr/>
          <p:nvPr/>
        </p:nvSpPr>
        <p:spPr>
          <a:xfrm>
            <a:off x="447100" y="2024825"/>
            <a:ext cx="585300" cy="5853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472" name="Google Shape;472;p62"/>
          <p:cNvSpPr/>
          <p:nvPr/>
        </p:nvSpPr>
        <p:spPr>
          <a:xfrm>
            <a:off x="4835675" y="2024825"/>
            <a:ext cx="585300" cy="5853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473" name="Google Shape;473;p62"/>
          <p:cNvSpPr txBox="1">
            <a:spLocks noGrp="1"/>
          </p:cNvSpPr>
          <p:nvPr>
            <p:ph type="title"/>
          </p:nvPr>
        </p:nvSpPr>
        <p:spPr>
          <a:xfrm>
            <a:off x="277500" y="416250"/>
            <a:ext cx="8589000" cy="885000"/>
          </a:xfrm>
          <a:prstGeom prst="rect">
            <a:avLst/>
          </a:prstGeom>
        </p:spPr>
        <p:txBody>
          <a:bodyPr spcFirstLastPara="1" wrap="square" lIns="0" tIns="91425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Two real world data examples</a:t>
            </a:r>
            <a:endParaRPr/>
          </a:p>
        </p:txBody>
      </p:sp>
      <p:sp>
        <p:nvSpPr>
          <p:cNvPr id="474" name="Google Shape;474;p62"/>
          <p:cNvSpPr txBox="1">
            <a:spLocks noGrp="1"/>
          </p:cNvSpPr>
          <p:nvPr>
            <p:ph type="sldNum" idx="12"/>
          </p:nvPr>
        </p:nvSpPr>
        <p:spPr>
          <a:xfrm>
            <a:off x="8208648" y="4749900"/>
            <a:ext cx="657900" cy="192000"/>
          </a:xfrm>
          <a:prstGeom prst="rect">
            <a:avLst/>
          </a:prstGeom>
        </p:spPr>
        <p:txBody>
          <a:bodyPr spcFirstLastPara="1" wrap="square" lIns="91425" tIns="91425" rIns="0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mo"/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  <p:grpSp>
        <p:nvGrpSpPr>
          <p:cNvPr id="475" name="Google Shape;475;p62"/>
          <p:cNvGrpSpPr/>
          <p:nvPr/>
        </p:nvGrpSpPr>
        <p:grpSpPr>
          <a:xfrm>
            <a:off x="4983738" y="2184175"/>
            <a:ext cx="289163" cy="266601"/>
            <a:chOff x="4983738" y="2184175"/>
            <a:chExt cx="289163" cy="266601"/>
          </a:xfrm>
        </p:grpSpPr>
        <p:sp>
          <p:nvSpPr>
            <p:cNvPr id="476" name="Google Shape;476;p62"/>
            <p:cNvSpPr/>
            <p:nvPr/>
          </p:nvSpPr>
          <p:spPr>
            <a:xfrm>
              <a:off x="4983738" y="2184175"/>
              <a:ext cx="289150" cy="171300"/>
            </a:xfrm>
            <a:custGeom>
              <a:avLst/>
              <a:gdLst/>
              <a:ahLst/>
              <a:cxnLst/>
              <a:rect l="l" t="t" r="r" b="b"/>
              <a:pathLst>
                <a:path w="11566" h="6852" extrusionOk="0">
                  <a:moveTo>
                    <a:pt x="0" y="3256"/>
                  </a:moveTo>
                  <a:lnTo>
                    <a:pt x="5540" y="0"/>
                  </a:lnTo>
                  <a:lnTo>
                    <a:pt x="11566" y="3402"/>
                  </a:lnTo>
                  <a:lnTo>
                    <a:pt x="5686" y="6852"/>
                  </a:ln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sp>
        <p:cxnSp>
          <p:nvCxnSpPr>
            <p:cNvPr id="477" name="Google Shape;477;p62"/>
            <p:cNvCxnSpPr/>
            <p:nvPr/>
          </p:nvCxnSpPr>
          <p:spPr>
            <a:xfrm>
              <a:off x="5272900" y="2269750"/>
              <a:ext cx="0" cy="1143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478" name="Google Shape;478;p62" descr="A graduation cap icon. "/>
            <p:cNvSpPr/>
            <p:nvPr/>
          </p:nvSpPr>
          <p:spPr>
            <a:xfrm>
              <a:off x="5020950" y="2287650"/>
              <a:ext cx="207745" cy="163126"/>
            </a:xfrm>
            <a:custGeom>
              <a:avLst/>
              <a:gdLst/>
              <a:ahLst/>
              <a:cxnLst/>
              <a:rect l="l" t="t" r="r" b="b"/>
              <a:pathLst>
                <a:path w="8067" h="6172" extrusionOk="0">
                  <a:moveTo>
                    <a:pt x="0" y="0"/>
                  </a:moveTo>
                  <a:lnTo>
                    <a:pt x="0" y="4082"/>
                  </a:lnTo>
                  <a:lnTo>
                    <a:pt x="4179" y="6172"/>
                  </a:lnTo>
                  <a:lnTo>
                    <a:pt x="8067" y="3936"/>
                  </a:lnTo>
                  <a:lnTo>
                    <a:pt x="8067" y="243"/>
                  </a:lnTo>
                  <a:lnTo>
                    <a:pt x="4082" y="2478"/>
                  </a:ln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479" name="Google Shape;479;p62"/>
          <p:cNvSpPr txBox="1">
            <a:spLocks noGrp="1"/>
          </p:cNvSpPr>
          <p:nvPr>
            <p:ph type="body" idx="3"/>
          </p:nvPr>
        </p:nvSpPr>
        <p:spPr>
          <a:xfrm>
            <a:off x="4868275" y="3400650"/>
            <a:ext cx="3585000" cy="1458000"/>
          </a:xfrm>
          <a:prstGeom prst="rect">
            <a:avLst/>
          </a:prstGeom>
        </p:spPr>
        <p:txBody>
          <a:bodyPr spcFirstLastPara="1" wrap="square" lIns="0" tIns="91425" rIns="0" bIns="91425" anchor="t" anchorCtr="0">
            <a:noAutofit/>
          </a:bodyPr>
          <a:lstStyle/>
          <a:p>
            <a:pPr marL="457200" lvl="0" indent="-285750" algn="l" rtl="0">
              <a:spcBef>
                <a:spcPts val="0"/>
              </a:spcBef>
              <a:spcAft>
                <a:spcPts val="0"/>
              </a:spcAft>
              <a:buSzPts val="900"/>
              <a:buChar char="●"/>
            </a:pPr>
            <a:r>
              <a:rPr lang="en" sz="900"/>
              <a:t>Download only what you need.</a:t>
            </a:r>
            <a:endParaRPr sz="900"/>
          </a:p>
          <a:p>
            <a:pPr marL="457200" lvl="0" indent="-285750" algn="l" rtl="0">
              <a:spcBef>
                <a:spcPts val="0"/>
              </a:spcBef>
              <a:spcAft>
                <a:spcPts val="0"/>
              </a:spcAft>
              <a:buSzPts val="900"/>
              <a:buChar char="●"/>
            </a:pPr>
            <a:r>
              <a:rPr lang="en" sz="900"/>
              <a:t>To refresh data, attempt to perform updates rather than a full re-download.</a:t>
            </a:r>
            <a:endParaRPr sz="900"/>
          </a:p>
          <a:p>
            <a:pPr marL="457200" lvl="0" indent="-285750" algn="l" rtl="0">
              <a:spcBef>
                <a:spcPts val="0"/>
              </a:spcBef>
              <a:spcAft>
                <a:spcPts val="0"/>
              </a:spcAft>
              <a:buSzPts val="900"/>
              <a:buChar char="●"/>
            </a:pPr>
            <a:r>
              <a:rPr lang="en" sz="900"/>
              <a:t>Pre-process (filter and aggregate) prior to analysis using more standard tools.</a:t>
            </a:r>
            <a:endParaRPr sz="900"/>
          </a:p>
          <a:p>
            <a:pPr marL="457200" lvl="0" indent="-285750" algn="l" rtl="0">
              <a:spcBef>
                <a:spcPts val="0"/>
              </a:spcBef>
              <a:spcAft>
                <a:spcPts val="0"/>
              </a:spcAft>
              <a:buSzPts val="900"/>
              <a:buChar char="●"/>
            </a:pPr>
            <a:r>
              <a:rPr lang="en" sz="900"/>
              <a:t>Use tools more appropriate for working with large amounts of data—including programming languages.</a:t>
            </a:r>
            <a:endParaRPr sz="900"/>
          </a:p>
          <a:p>
            <a:pPr marL="457200" lvl="0" indent="-285750" algn="l" rtl="0">
              <a:spcBef>
                <a:spcPts val="0"/>
              </a:spcBef>
              <a:spcAft>
                <a:spcPts val="0"/>
              </a:spcAft>
              <a:buSzPts val="900"/>
              <a:buChar char="●"/>
            </a:pPr>
            <a:r>
              <a:rPr lang="en" sz="900"/>
              <a:t>Seek additional resources from the web regarding data science, data wrangling, and data analysis tools used to work with large amounts of data.</a:t>
            </a:r>
            <a:endParaRPr sz="900"/>
          </a:p>
        </p:txBody>
      </p:sp>
      <p:sp>
        <p:nvSpPr>
          <p:cNvPr id="480" name="Google Shape;480;p62"/>
          <p:cNvSpPr txBox="1">
            <a:spLocks noGrp="1"/>
          </p:cNvSpPr>
          <p:nvPr>
            <p:ph type="body" idx="4"/>
          </p:nvPr>
        </p:nvSpPr>
        <p:spPr>
          <a:xfrm>
            <a:off x="389475" y="3571875"/>
            <a:ext cx="3585000" cy="1098000"/>
          </a:xfrm>
          <a:prstGeom prst="rect">
            <a:avLst/>
          </a:prstGeom>
        </p:spPr>
        <p:txBody>
          <a:bodyPr spcFirstLastPara="1" wrap="square" lIns="0" tIns="91425" rIns="0" bIns="91425" anchor="t" anchorCtr="0">
            <a:noAutofit/>
          </a:bodyPr>
          <a:lstStyle/>
          <a:p>
            <a:pPr marL="457200" lvl="0" indent="-285750" algn="l" rtl="0">
              <a:spcBef>
                <a:spcPts val="0"/>
              </a:spcBef>
              <a:spcAft>
                <a:spcPts val="0"/>
              </a:spcAft>
              <a:buSzPts val="900"/>
              <a:buChar char="●"/>
            </a:pPr>
            <a:r>
              <a:rPr lang="en" sz="900"/>
              <a:t>Data subsetting</a:t>
            </a:r>
            <a:endParaRPr sz="900"/>
          </a:p>
          <a:p>
            <a:pPr marL="457200" lvl="0" indent="-285750" algn="l" rtl="0">
              <a:spcBef>
                <a:spcPts val="0"/>
              </a:spcBef>
              <a:spcAft>
                <a:spcPts val="0"/>
              </a:spcAft>
              <a:buSzPts val="900"/>
              <a:buChar char="●"/>
            </a:pPr>
            <a:r>
              <a:rPr lang="en" sz="900"/>
              <a:t>Data partitioning</a:t>
            </a:r>
            <a:endParaRPr sz="900"/>
          </a:p>
          <a:p>
            <a:pPr marL="457200" lvl="0" indent="-285750" algn="l" rtl="0">
              <a:spcBef>
                <a:spcPts val="0"/>
              </a:spcBef>
              <a:spcAft>
                <a:spcPts val="0"/>
              </a:spcAft>
              <a:buSzPts val="900"/>
              <a:buChar char="●"/>
            </a:pPr>
            <a:r>
              <a:rPr lang="en" sz="900"/>
              <a:t>Various data formats are provided  </a:t>
            </a:r>
            <a:endParaRPr sz="900"/>
          </a:p>
        </p:txBody>
      </p:sp>
      <p:sp>
        <p:nvSpPr>
          <p:cNvPr id="481" name="Google Shape;481;p62"/>
          <p:cNvSpPr txBox="1">
            <a:spLocks noGrp="1"/>
          </p:cNvSpPr>
          <p:nvPr>
            <p:ph type="subTitle" idx="5"/>
          </p:nvPr>
        </p:nvSpPr>
        <p:spPr>
          <a:xfrm>
            <a:off x="479925" y="2730150"/>
            <a:ext cx="3220500" cy="719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4"/>
              </a:rPr>
              <a:t>Seattle</a:t>
            </a:r>
            <a:r>
              <a:rPr lang="en" u="sng">
                <a:solidFill>
                  <a:schemeClr val="hlink"/>
                </a:solidFill>
                <a:hlinkClick r:id="rId4"/>
              </a:rPr>
              <a:t> Public Library Checkouts Open Data</a:t>
            </a:r>
            <a:endParaRPr/>
          </a:p>
        </p:txBody>
      </p:sp>
      <p:sp>
        <p:nvSpPr>
          <p:cNvPr id="482" name="Google Shape;482;p62"/>
          <p:cNvSpPr txBox="1">
            <a:spLocks noGrp="1"/>
          </p:cNvSpPr>
          <p:nvPr>
            <p:ph type="subTitle" idx="6"/>
          </p:nvPr>
        </p:nvSpPr>
        <p:spPr>
          <a:xfrm>
            <a:off x="4868275" y="2730150"/>
            <a:ext cx="3871200" cy="670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5"/>
              </a:rPr>
              <a:t>OpenFEMA guide to working with large datasets</a:t>
            </a:r>
            <a:endParaRPr/>
          </a:p>
        </p:txBody>
      </p:sp>
      <p:grpSp>
        <p:nvGrpSpPr>
          <p:cNvPr id="483" name="Google Shape;483;p62"/>
          <p:cNvGrpSpPr/>
          <p:nvPr/>
        </p:nvGrpSpPr>
        <p:grpSpPr>
          <a:xfrm>
            <a:off x="595163" y="2184175"/>
            <a:ext cx="289163" cy="266601"/>
            <a:chOff x="4983738" y="2184175"/>
            <a:chExt cx="289163" cy="266601"/>
          </a:xfrm>
        </p:grpSpPr>
        <p:sp>
          <p:nvSpPr>
            <p:cNvPr id="484" name="Google Shape;484;p62"/>
            <p:cNvSpPr/>
            <p:nvPr/>
          </p:nvSpPr>
          <p:spPr>
            <a:xfrm>
              <a:off x="4983738" y="2184175"/>
              <a:ext cx="289150" cy="171300"/>
            </a:xfrm>
            <a:custGeom>
              <a:avLst/>
              <a:gdLst/>
              <a:ahLst/>
              <a:cxnLst/>
              <a:rect l="l" t="t" r="r" b="b"/>
              <a:pathLst>
                <a:path w="11566" h="6852" extrusionOk="0">
                  <a:moveTo>
                    <a:pt x="0" y="3256"/>
                  </a:moveTo>
                  <a:lnTo>
                    <a:pt x="5540" y="0"/>
                  </a:lnTo>
                  <a:lnTo>
                    <a:pt x="11566" y="3402"/>
                  </a:lnTo>
                  <a:lnTo>
                    <a:pt x="5686" y="6852"/>
                  </a:ln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sp>
        <p:cxnSp>
          <p:nvCxnSpPr>
            <p:cNvPr id="485" name="Google Shape;485;p62"/>
            <p:cNvCxnSpPr/>
            <p:nvPr/>
          </p:nvCxnSpPr>
          <p:spPr>
            <a:xfrm>
              <a:off x="5272900" y="2269750"/>
              <a:ext cx="0" cy="1143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486" name="Google Shape;486;p62" descr="A graduation cap icon. "/>
            <p:cNvSpPr/>
            <p:nvPr/>
          </p:nvSpPr>
          <p:spPr>
            <a:xfrm>
              <a:off x="5020950" y="2287650"/>
              <a:ext cx="207745" cy="163126"/>
            </a:xfrm>
            <a:custGeom>
              <a:avLst/>
              <a:gdLst/>
              <a:ahLst/>
              <a:cxnLst/>
              <a:rect l="l" t="t" r="r" b="b"/>
              <a:pathLst>
                <a:path w="8067" h="6172" extrusionOk="0">
                  <a:moveTo>
                    <a:pt x="0" y="0"/>
                  </a:moveTo>
                  <a:lnTo>
                    <a:pt x="0" y="4082"/>
                  </a:lnTo>
                  <a:lnTo>
                    <a:pt x="4179" y="6172"/>
                  </a:lnTo>
                  <a:lnTo>
                    <a:pt x="8067" y="3936"/>
                  </a:lnTo>
                  <a:lnTo>
                    <a:pt x="8067" y="243"/>
                  </a:lnTo>
                  <a:lnTo>
                    <a:pt x="4082" y="2478"/>
                  </a:lnTo>
                  <a:close/>
                </a:path>
              </a:pathLst>
            </a:cu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p63"/>
          <p:cNvSpPr txBox="1">
            <a:spLocks noGrp="1"/>
          </p:cNvSpPr>
          <p:nvPr>
            <p:ph type="sldNum" idx="12"/>
          </p:nvPr>
        </p:nvSpPr>
        <p:spPr>
          <a:xfrm>
            <a:off x="8208648" y="4749900"/>
            <a:ext cx="657900" cy="192000"/>
          </a:xfrm>
          <a:prstGeom prst="rect">
            <a:avLst/>
          </a:prstGeom>
        </p:spPr>
        <p:txBody>
          <a:bodyPr spcFirstLastPara="1" wrap="square" lIns="91425" tIns="91425" rIns="0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mo"/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sp>
        <p:nvSpPr>
          <p:cNvPr id="492" name="Google Shape;492;p63"/>
          <p:cNvSpPr txBox="1">
            <a:spLocks noGrp="1"/>
          </p:cNvSpPr>
          <p:nvPr>
            <p:ph type="subTitle" idx="1"/>
          </p:nvPr>
        </p:nvSpPr>
        <p:spPr>
          <a:xfrm>
            <a:off x="601325" y="3751025"/>
            <a:ext cx="576000" cy="576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</a:t>
            </a:r>
            <a:endParaRPr/>
          </a:p>
        </p:txBody>
      </p:sp>
      <p:sp>
        <p:nvSpPr>
          <p:cNvPr id="493" name="Google Shape;493;p63"/>
          <p:cNvSpPr txBox="1">
            <a:spLocks noGrp="1"/>
          </p:cNvSpPr>
          <p:nvPr>
            <p:ph type="title"/>
          </p:nvPr>
        </p:nvSpPr>
        <p:spPr>
          <a:xfrm>
            <a:off x="2469600" y="3375775"/>
            <a:ext cx="6114300" cy="123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 will discuss a few R packages</a:t>
            </a:r>
            <a:r>
              <a:rPr lang="en" sz="2300"/>
              <a:t> </a:t>
            </a:r>
            <a:r>
              <a:rPr lang="en" sz="1400"/>
              <a:t>(version number &gt; 1.0.0)</a:t>
            </a:r>
            <a:endParaRPr sz="14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3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You might (or must) have other options</a:t>
            </a:r>
            <a:endParaRPr sz="2200"/>
          </a:p>
        </p:txBody>
      </p:sp>
      <p:pic>
        <p:nvPicPr>
          <p:cNvPr id="494" name="Google Shape;494;p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7725" y="395788"/>
            <a:ext cx="1157288" cy="133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5" name="Google Shape;495;p6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604000" y="402925"/>
            <a:ext cx="1150635" cy="1326858"/>
          </a:xfrm>
          <a:prstGeom prst="rect">
            <a:avLst/>
          </a:prstGeom>
          <a:noFill/>
          <a:ln>
            <a:noFill/>
          </a:ln>
        </p:spPr>
      </p:pic>
      <p:pic>
        <p:nvPicPr>
          <p:cNvPr id="496" name="Google Shape;496;p6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305394" y="406738"/>
            <a:ext cx="1143000" cy="1319213"/>
          </a:xfrm>
          <a:prstGeom prst="rect">
            <a:avLst/>
          </a:prstGeom>
          <a:noFill/>
          <a:ln>
            <a:noFill/>
          </a:ln>
        </p:spPr>
      </p:pic>
      <p:pic>
        <p:nvPicPr>
          <p:cNvPr id="497" name="Google Shape;497;p6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162400" y="406738"/>
            <a:ext cx="1143000" cy="1319213"/>
          </a:xfrm>
          <a:prstGeom prst="rect">
            <a:avLst/>
          </a:prstGeom>
          <a:noFill/>
          <a:ln>
            <a:noFill/>
          </a:ln>
        </p:spPr>
      </p:pic>
      <p:pic>
        <p:nvPicPr>
          <p:cNvPr id="498" name="Google Shape;498;p63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399500" y="402925"/>
            <a:ext cx="1928812" cy="1928814"/>
          </a:xfrm>
          <a:prstGeom prst="rect">
            <a:avLst/>
          </a:prstGeom>
          <a:noFill/>
          <a:ln>
            <a:noFill/>
          </a:ln>
        </p:spPr>
      </p:pic>
      <p:sp>
        <p:nvSpPr>
          <p:cNvPr id="499" name="Google Shape;499;p63"/>
          <p:cNvSpPr txBox="1"/>
          <p:nvPr/>
        </p:nvSpPr>
        <p:spPr>
          <a:xfrm>
            <a:off x="4968000" y="2455200"/>
            <a:ext cx="3693600" cy="6624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000FF"/>
                </a:solidFill>
                <a:latin typeface="Arimo"/>
                <a:ea typeface="Arimo"/>
                <a:cs typeface="Arimo"/>
                <a:sym typeface="Arimo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Moacir’s Python session on Oct. 23</a:t>
            </a:r>
            <a:r>
              <a:rPr lang="en" sz="1200">
                <a:solidFill>
                  <a:srgbClr val="0000FF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" sz="12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will cover more details about Polars, so I won’t spend too much time today to talk about it.</a:t>
            </a:r>
            <a:endParaRPr sz="1200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pic>
        <p:nvPicPr>
          <p:cNvPr id="500" name="Google Shape;500;p63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1041122" y="1470562"/>
            <a:ext cx="1069287" cy="123444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5" name="Google Shape;505;p64"/>
          <p:cNvPicPr preferRelativeResize="0"/>
          <p:nvPr/>
        </p:nvPicPr>
        <p:blipFill rotWithShape="1">
          <a:blip r:embed="rId3">
            <a:alphaModFix amt="10000"/>
          </a:blip>
          <a:srcRect l="1069" t="14704" r="80230" b="19824"/>
          <a:stretch/>
        </p:blipFill>
        <p:spPr>
          <a:xfrm>
            <a:off x="280800" y="1743975"/>
            <a:ext cx="1623600" cy="3039900"/>
          </a:xfrm>
          <a:prstGeom prst="roundRect">
            <a:avLst>
              <a:gd name="adj" fmla="val 9898"/>
            </a:avLst>
          </a:prstGeom>
          <a:noFill/>
          <a:ln>
            <a:noFill/>
          </a:ln>
        </p:spPr>
      </p:pic>
      <p:pic>
        <p:nvPicPr>
          <p:cNvPr id="506" name="Google Shape;506;p64"/>
          <p:cNvPicPr preferRelativeResize="0"/>
          <p:nvPr/>
        </p:nvPicPr>
        <p:blipFill rotWithShape="1">
          <a:blip r:embed="rId3">
            <a:alphaModFix amt="10000"/>
          </a:blip>
          <a:srcRect l="1069" t="14704" r="80230" b="19824"/>
          <a:stretch/>
        </p:blipFill>
        <p:spPr>
          <a:xfrm>
            <a:off x="2018600" y="1743975"/>
            <a:ext cx="1623600" cy="3039900"/>
          </a:xfrm>
          <a:prstGeom prst="roundRect">
            <a:avLst>
              <a:gd name="adj" fmla="val 9898"/>
            </a:avLst>
          </a:prstGeom>
          <a:noFill/>
          <a:ln>
            <a:noFill/>
          </a:ln>
        </p:spPr>
      </p:pic>
      <p:pic>
        <p:nvPicPr>
          <p:cNvPr id="507" name="Google Shape;507;p64"/>
          <p:cNvPicPr preferRelativeResize="0"/>
          <p:nvPr/>
        </p:nvPicPr>
        <p:blipFill rotWithShape="1">
          <a:blip r:embed="rId3">
            <a:alphaModFix amt="10000"/>
          </a:blip>
          <a:srcRect l="1069" t="14704" r="80230" b="19824"/>
          <a:stretch/>
        </p:blipFill>
        <p:spPr>
          <a:xfrm>
            <a:off x="3756400" y="1743975"/>
            <a:ext cx="1623600" cy="3039900"/>
          </a:xfrm>
          <a:prstGeom prst="roundRect">
            <a:avLst>
              <a:gd name="adj" fmla="val 9898"/>
            </a:avLst>
          </a:prstGeom>
          <a:noFill/>
          <a:ln>
            <a:noFill/>
          </a:ln>
        </p:spPr>
      </p:pic>
      <p:pic>
        <p:nvPicPr>
          <p:cNvPr id="508" name="Google Shape;508;p64"/>
          <p:cNvPicPr preferRelativeResize="0"/>
          <p:nvPr/>
        </p:nvPicPr>
        <p:blipFill rotWithShape="1">
          <a:blip r:embed="rId3">
            <a:alphaModFix amt="10000"/>
          </a:blip>
          <a:srcRect l="1069" t="14704" r="80230" b="19824"/>
          <a:stretch/>
        </p:blipFill>
        <p:spPr>
          <a:xfrm>
            <a:off x="5494200" y="1743975"/>
            <a:ext cx="1623600" cy="3039900"/>
          </a:xfrm>
          <a:prstGeom prst="roundRect">
            <a:avLst>
              <a:gd name="adj" fmla="val 9898"/>
            </a:avLst>
          </a:prstGeom>
          <a:noFill/>
          <a:ln>
            <a:noFill/>
          </a:ln>
        </p:spPr>
      </p:pic>
      <p:pic>
        <p:nvPicPr>
          <p:cNvPr id="509" name="Google Shape;509;p64"/>
          <p:cNvPicPr preferRelativeResize="0"/>
          <p:nvPr/>
        </p:nvPicPr>
        <p:blipFill rotWithShape="1">
          <a:blip r:embed="rId3">
            <a:alphaModFix amt="10000"/>
          </a:blip>
          <a:srcRect l="1069" t="14704" r="80230" b="19824"/>
          <a:stretch/>
        </p:blipFill>
        <p:spPr>
          <a:xfrm>
            <a:off x="7232000" y="1743975"/>
            <a:ext cx="1623600" cy="3039900"/>
          </a:xfrm>
          <a:prstGeom prst="roundRect">
            <a:avLst>
              <a:gd name="adj" fmla="val 9898"/>
            </a:avLst>
          </a:prstGeom>
          <a:noFill/>
          <a:ln>
            <a:noFill/>
          </a:ln>
        </p:spPr>
      </p:pic>
      <p:sp>
        <p:nvSpPr>
          <p:cNvPr id="510" name="Google Shape;510;p64"/>
          <p:cNvSpPr/>
          <p:nvPr/>
        </p:nvSpPr>
        <p:spPr>
          <a:xfrm>
            <a:off x="455511" y="1919375"/>
            <a:ext cx="514500" cy="514500"/>
          </a:xfrm>
          <a:prstGeom prst="ellipse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511" name="Google Shape;511;p64"/>
          <p:cNvSpPr/>
          <p:nvPr/>
        </p:nvSpPr>
        <p:spPr>
          <a:xfrm>
            <a:off x="491620" y="1964234"/>
            <a:ext cx="424800" cy="4248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1</a:t>
            </a:r>
            <a:endParaRPr sz="1800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grpSp>
        <p:nvGrpSpPr>
          <p:cNvPr id="512" name="Google Shape;512;p64"/>
          <p:cNvGrpSpPr/>
          <p:nvPr/>
        </p:nvGrpSpPr>
        <p:grpSpPr>
          <a:xfrm>
            <a:off x="2196150" y="1919375"/>
            <a:ext cx="514500" cy="514500"/>
            <a:chOff x="2196150" y="1919375"/>
            <a:chExt cx="514500" cy="514500"/>
          </a:xfrm>
        </p:grpSpPr>
        <p:sp>
          <p:nvSpPr>
            <p:cNvPr id="513" name="Google Shape;513;p64"/>
            <p:cNvSpPr/>
            <p:nvPr/>
          </p:nvSpPr>
          <p:spPr>
            <a:xfrm>
              <a:off x="2196150" y="1919375"/>
              <a:ext cx="514500" cy="514500"/>
            </a:xfrm>
            <a:prstGeom prst="ellipse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endParaRPr>
            </a:p>
          </p:txBody>
        </p:sp>
        <p:sp>
          <p:nvSpPr>
            <p:cNvPr id="514" name="Google Shape;514;p64"/>
            <p:cNvSpPr/>
            <p:nvPr/>
          </p:nvSpPr>
          <p:spPr>
            <a:xfrm>
              <a:off x="2241009" y="1964234"/>
              <a:ext cx="424800" cy="4248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chemeClr val="dk1"/>
                  </a:solidFill>
                  <a:latin typeface="Arimo"/>
                  <a:ea typeface="Arimo"/>
                  <a:cs typeface="Arimo"/>
                  <a:sym typeface="Arimo"/>
                </a:rPr>
                <a:t>2</a:t>
              </a:r>
              <a:endParaRPr sz="18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endParaRPr>
            </a:p>
          </p:txBody>
        </p:sp>
      </p:grpSp>
      <p:grpSp>
        <p:nvGrpSpPr>
          <p:cNvPr id="515" name="Google Shape;515;p64"/>
          <p:cNvGrpSpPr/>
          <p:nvPr/>
        </p:nvGrpSpPr>
        <p:grpSpPr>
          <a:xfrm>
            <a:off x="3936800" y="1919375"/>
            <a:ext cx="514500" cy="514500"/>
            <a:chOff x="3936800" y="1919375"/>
            <a:chExt cx="514500" cy="514500"/>
          </a:xfrm>
        </p:grpSpPr>
        <p:sp>
          <p:nvSpPr>
            <p:cNvPr id="516" name="Google Shape;516;p64"/>
            <p:cNvSpPr/>
            <p:nvPr/>
          </p:nvSpPr>
          <p:spPr>
            <a:xfrm>
              <a:off x="3936800" y="1919375"/>
              <a:ext cx="514500" cy="514500"/>
            </a:xfrm>
            <a:prstGeom prst="ellipse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endParaRPr>
            </a:p>
          </p:txBody>
        </p:sp>
        <p:sp>
          <p:nvSpPr>
            <p:cNvPr id="517" name="Google Shape;517;p64"/>
            <p:cNvSpPr/>
            <p:nvPr/>
          </p:nvSpPr>
          <p:spPr>
            <a:xfrm>
              <a:off x="3981659" y="1964234"/>
              <a:ext cx="424800" cy="4248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chemeClr val="dk1"/>
                  </a:solidFill>
                  <a:latin typeface="Arimo"/>
                  <a:ea typeface="Arimo"/>
                  <a:cs typeface="Arimo"/>
                  <a:sym typeface="Arimo"/>
                </a:rPr>
                <a:t>3</a:t>
              </a:r>
              <a:endParaRPr sz="18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endParaRPr>
            </a:p>
          </p:txBody>
        </p:sp>
      </p:grpSp>
      <p:grpSp>
        <p:nvGrpSpPr>
          <p:cNvPr id="518" name="Google Shape;518;p64"/>
          <p:cNvGrpSpPr/>
          <p:nvPr/>
        </p:nvGrpSpPr>
        <p:grpSpPr>
          <a:xfrm>
            <a:off x="5677450" y="1919375"/>
            <a:ext cx="514500" cy="514500"/>
            <a:chOff x="5677450" y="1919375"/>
            <a:chExt cx="514500" cy="514500"/>
          </a:xfrm>
        </p:grpSpPr>
        <p:sp>
          <p:nvSpPr>
            <p:cNvPr id="519" name="Google Shape;519;p64"/>
            <p:cNvSpPr/>
            <p:nvPr/>
          </p:nvSpPr>
          <p:spPr>
            <a:xfrm>
              <a:off x="5677450" y="1919375"/>
              <a:ext cx="514500" cy="514500"/>
            </a:xfrm>
            <a:prstGeom prst="ellipse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endParaRPr>
            </a:p>
          </p:txBody>
        </p:sp>
        <p:sp>
          <p:nvSpPr>
            <p:cNvPr id="520" name="Google Shape;520;p64"/>
            <p:cNvSpPr/>
            <p:nvPr/>
          </p:nvSpPr>
          <p:spPr>
            <a:xfrm>
              <a:off x="5722309" y="1964234"/>
              <a:ext cx="424800" cy="4248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chemeClr val="dk1"/>
                  </a:solidFill>
                  <a:latin typeface="Arimo"/>
                  <a:ea typeface="Arimo"/>
                  <a:cs typeface="Arimo"/>
                  <a:sym typeface="Arimo"/>
                </a:rPr>
                <a:t>4</a:t>
              </a:r>
              <a:endParaRPr sz="18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endParaRPr>
            </a:p>
          </p:txBody>
        </p:sp>
      </p:grpSp>
      <p:grpSp>
        <p:nvGrpSpPr>
          <p:cNvPr id="521" name="Google Shape;521;p64"/>
          <p:cNvGrpSpPr/>
          <p:nvPr/>
        </p:nvGrpSpPr>
        <p:grpSpPr>
          <a:xfrm>
            <a:off x="7418100" y="1919375"/>
            <a:ext cx="514500" cy="514500"/>
            <a:chOff x="7418100" y="1919375"/>
            <a:chExt cx="514500" cy="514500"/>
          </a:xfrm>
        </p:grpSpPr>
        <p:sp>
          <p:nvSpPr>
            <p:cNvPr id="522" name="Google Shape;522;p64"/>
            <p:cNvSpPr/>
            <p:nvPr/>
          </p:nvSpPr>
          <p:spPr>
            <a:xfrm>
              <a:off x="7418100" y="1919375"/>
              <a:ext cx="514500" cy="514500"/>
            </a:xfrm>
            <a:prstGeom prst="ellipse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endParaRPr>
            </a:p>
          </p:txBody>
        </p:sp>
        <p:sp>
          <p:nvSpPr>
            <p:cNvPr id="523" name="Google Shape;523;p64"/>
            <p:cNvSpPr/>
            <p:nvPr/>
          </p:nvSpPr>
          <p:spPr>
            <a:xfrm>
              <a:off x="7462959" y="1964234"/>
              <a:ext cx="424800" cy="4248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chemeClr val="dk1"/>
                  </a:solidFill>
                  <a:latin typeface="Arimo"/>
                  <a:ea typeface="Arimo"/>
                  <a:cs typeface="Arimo"/>
                  <a:sym typeface="Arimo"/>
                </a:rPr>
                <a:t>5</a:t>
              </a:r>
              <a:endParaRPr sz="18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endParaRPr>
            </a:p>
          </p:txBody>
        </p:sp>
      </p:grpSp>
      <p:sp>
        <p:nvSpPr>
          <p:cNvPr id="524" name="Google Shape;524;p64"/>
          <p:cNvSpPr txBox="1">
            <a:spLocks noGrp="1"/>
          </p:cNvSpPr>
          <p:nvPr>
            <p:ph type="title"/>
          </p:nvPr>
        </p:nvSpPr>
        <p:spPr>
          <a:xfrm>
            <a:off x="277500" y="416250"/>
            <a:ext cx="8589000" cy="885000"/>
          </a:xfrm>
          <a:prstGeom prst="rect">
            <a:avLst/>
          </a:prstGeom>
        </p:spPr>
        <p:txBody>
          <a:bodyPr spcFirstLastPara="1" wrap="square" lIns="0" tIns="91425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Comparisons  </a:t>
            </a:r>
            <a:endParaRPr/>
          </a:p>
        </p:txBody>
      </p:sp>
      <p:sp>
        <p:nvSpPr>
          <p:cNvPr id="525" name="Google Shape;525;p64"/>
          <p:cNvSpPr txBox="1">
            <a:spLocks noGrp="1"/>
          </p:cNvSpPr>
          <p:nvPr>
            <p:ph type="subTitle" idx="1"/>
          </p:nvPr>
        </p:nvSpPr>
        <p:spPr>
          <a:xfrm>
            <a:off x="970011" y="1919375"/>
            <a:ext cx="1337400" cy="3909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4"/>
              </a:rPr>
              <a:t>data.table</a:t>
            </a:r>
            <a:endParaRPr/>
          </a:p>
        </p:txBody>
      </p:sp>
      <p:sp>
        <p:nvSpPr>
          <p:cNvPr id="526" name="Google Shape;526;p64"/>
          <p:cNvSpPr txBox="1">
            <a:spLocks noGrp="1"/>
          </p:cNvSpPr>
          <p:nvPr>
            <p:ph type="subTitle" idx="2"/>
          </p:nvPr>
        </p:nvSpPr>
        <p:spPr>
          <a:xfrm>
            <a:off x="2682838" y="1919375"/>
            <a:ext cx="1337400" cy="3909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5"/>
              </a:rPr>
              <a:t>arrow</a:t>
            </a:r>
            <a:endParaRPr/>
          </a:p>
        </p:txBody>
      </p:sp>
      <p:sp>
        <p:nvSpPr>
          <p:cNvPr id="527" name="Google Shape;527;p64"/>
          <p:cNvSpPr txBox="1">
            <a:spLocks noGrp="1"/>
          </p:cNvSpPr>
          <p:nvPr>
            <p:ph type="subTitle" idx="3"/>
          </p:nvPr>
        </p:nvSpPr>
        <p:spPr>
          <a:xfrm>
            <a:off x="4360050" y="1809275"/>
            <a:ext cx="819300" cy="6111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dbplyr</a:t>
            </a:r>
            <a:r>
              <a:rPr lang="en"/>
              <a:t>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/>
              <a:t>vs. </a:t>
            </a:r>
            <a:endParaRPr i="1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7"/>
              </a:rPr>
              <a:t>dtplyr</a:t>
            </a:r>
            <a:endParaRPr/>
          </a:p>
        </p:txBody>
      </p:sp>
      <p:sp>
        <p:nvSpPr>
          <p:cNvPr id="528" name="Google Shape;528;p64"/>
          <p:cNvSpPr txBox="1">
            <a:spLocks noGrp="1"/>
          </p:cNvSpPr>
          <p:nvPr>
            <p:ph type="subTitle" idx="4"/>
          </p:nvPr>
        </p:nvSpPr>
        <p:spPr>
          <a:xfrm>
            <a:off x="6249347" y="1919375"/>
            <a:ext cx="1337400" cy="3909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8"/>
              </a:rPr>
              <a:t>duckplyr</a:t>
            </a:r>
            <a:endParaRPr/>
          </a:p>
        </p:txBody>
      </p:sp>
      <p:sp>
        <p:nvSpPr>
          <p:cNvPr id="529" name="Google Shape;529;p64"/>
          <p:cNvSpPr txBox="1">
            <a:spLocks noGrp="1"/>
          </p:cNvSpPr>
          <p:nvPr>
            <p:ph type="subTitle" idx="5"/>
          </p:nvPr>
        </p:nvSpPr>
        <p:spPr>
          <a:xfrm>
            <a:off x="7961230" y="1919375"/>
            <a:ext cx="1337400" cy="390900"/>
          </a:xfrm>
          <a:prstGeom prst="rect">
            <a:avLst/>
          </a:prstGeom>
        </p:spPr>
        <p:txBody>
          <a:bodyPr spcFirstLastPara="1" wrap="square" lIns="91425" tIns="0" rIns="91425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9"/>
              </a:rPr>
              <a:t>polars</a:t>
            </a:r>
            <a:endParaRPr/>
          </a:p>
        </p:txBody>
      </p:sp>
      <p:sp>
        <p:nvSpPr>
          <p:cNvPr id="530" name="Google Shape;530;p64"/>
          <p:cNvSpPr txBox="1">
            <a:spLocks noGrp="1"/>
          </p:cNvSpPr>
          <p:nvPr>
            <p:ph type="body" idx="6"/>
          </p:nvPr>
        </p:nvSpPr>
        <p:spPr>
          <a:xfrm>
            <a:off x="322550" y="2495525"/>
            <a:ext cx="1473900" cy="187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91440" lvl="0" indent="-109220" algn="l" rtl="0"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n" sz="1000"/>
              <a:t>fread()</a:t>
            </a:r>
            <a:endParaRPr sz="1000"/>
          </a:p>
          <a:p>
            <a:pPr marL="91440" lvl="0" indent="-109220" algn="l" rtl="0"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n" sz="1000"/>
              <a:t>Ideal for medium size CSV files within memory</a:t>
            </a:r>
            <a:endParaRPr sz="1000"/>
          </a:p>
          <a:p>
            <a:pPr marL="91440" lvl="0" indent="-109220" algn="l" rtl="0"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n" sz="1000"/>
              <a:t>Not ideal for directly handling JSON and parquet files </a:t>
            </a:r>
            <a:endParaRPr sz="1000"/>
          </a:p>
          <a:p>
            <a:pPr marL="91440" lvl="0" indent="-109220" algn="l" rtl="0"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n" sz="1000"/>
              <a:t>Can also consider use vroom package and compare </a:t>
            </a:r>
            <a:r>
              <a:rPr lang="en" sz="1000" u="sng">
                <a:solidFill>
                  <a:schemeClr val="hlink"/>
                </a:solidFill>
                <a:hlinkClick r:id="rId10"/>
              </a:rPr>
              <a:t>benchmarks</a:t>
            </a:r>
            <a:endParaRPr sz="1000"/>
          </a:p>
        </p:txBody>
      </p:sp>
      <p:sp>
        <p:nvSpPr>
          <p:cNvPr id="531" name="Google Shape;531;p64"/>
          <p:cNvSpPr txBox="1">
            <a:spLocks noGrp="1"/>
          </p:cNvSpPr>
          <p:nvPr>
            <p:ph type="body" idx="7"/>
          </p:nvPr>
        </p:nvSpPr>
        <p:spPr>
          <a:xfrm>
            <a:off x="2058800" y="2495525"/>
            <a:ext cx="1539600" cy="110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91440" lvl="0" indent="-109220" algn="l" rtl="0"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n" sz="1000"/>
              <a:t>read_delim_arrow()</a:t>
            </a:r>
            <a:endParaRPr sz="1000"/>
          </a:p>
          <a:p>
            <a:pPr marL="91440" lvl="0" indent="-109220" algn="l" rtl="0"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n" sz="1000"/>
              <a:t>write_parquet()</a:t>
            </a:r>
            <a:endParaRPr sz="1000"/>
          </a:p>
          <a:p>
            <a:pPr marL="91440" lvl="0" indent="-109220" algn="l" rtl="0"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n" sz="1000"/>
              <a:t>Ideal for most of txt files including CSVs</a:t>
            </a:r>
            <a:endParaRPr sz="1000"/>
          </a:p>
          <a:p>
            <a:pPr marL="91440" lvl="0" indent="-109220" algn="l" rtl="0"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n" sz="1000"/>
              <a:t>data size can be larger than memory</a:t>
            </a:r>
            <a:endParaRPr sz="1000"/>
          </a:p>
        </p:txBody>
      </p:sp>
      <p:sp>
        <p:nvSpPr>
          <p:cNvPr id="532" name="Google Shape;532;p64"/>
          <p:cNvSpPr txBox="1">
            <a:spLocks noGrp="1"/>
          </p:cNvSpPr>
          <p:nvPr>
            <p:ph type="body" idx="8"/>
          </p:nvPr>
        </p:nvSpPr>
        <p:spPr>
          <a:xfrm>
            <a:off x="3790738" y="2510975"/>
            <a:ext cx="1511100" cy="1723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91440" lvl="0" indent="-109220" algn="l" rtl="0"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n" sz="1000"/>
              <a:t>dbplyr is dplyr backend packages (syntax compatibility)</a:t>
            </a:r>
            <a:endParaRPr sz="1000"/>
          </a:p>
          <a:p>
            <a:pPr marL="91440" lvl="0" indent="-109220" algn="l" rtl="0"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n" sz="1000"/>
              <a:t>dbplyr is based on SQL, so if you don’t know SQL, there is a learning curve</a:t>
            </a:r>
            <a:endParaRPr sz="1000"/>
          </a:p>
          <a:p>
            <a:pPr marL="91440" lvl="0" indent="-109220" algn="l" rtl="0"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n" sz="1000"/>
              <a:t>dtplyr is data.table backend and slower than data.table</a:t>
            </a:r>
            <a:endParaRPr sz="1000"/>
          </a:p>
        </p:txBody>
      </p:sp>
      <p:sp>
        <p:nvSpPr>
          <p:cNvPr id="533" name="Google Shape;533;p64"/>
          <p:cNvSpPr txBox="1">
            <a:spLocks noGrp="1"/>
          </p:cNvSpPr>
          <p:nvPr>
            <p:ph type="body" idx="9"/>
          </p:nvPr>
        </p:nvSpPr>
        <p:spPr>
          <a:xfrm>
            <a:off x="5500925" y="2510975"/>
            <a:ext cx="1473900" cy="156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91440" lvl="0" indent="-109220" algn="l" rtl="0"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n" sz="1000"/>
              <a:t>Ideal for common data formats such as json, delimited files and parquet files</a:t>
            </a:r>
            <a:endParaRPr sz="1000"/>
          </a:p>
          <a:p>
            <a:pPr marL="91440" lvl="0" indent="-109220" algn="l" rtl="0"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n" sz="1000"/>
              <a:t>can handle large data sets that do not fit into RAM</a:t>
            </a:r>
            <a:endParaRPr sz="1000"/>
          </a:p>
          <a:p>
            <a:pPr marL="91440" lvl="0" indent="-109220" algn="l" rtl="0"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n" sz="1000"/>
              <a:t>full dplyr compatibility</a:t>
            </a:r>
            <a:endParaRPr sz="1000"/>
          </a:p>
        </p:txBody>
      </p:sp>
      <p:sp>
        <p:nvSpPr>
          <p:cNvPr id="534" name="Google Shape;534;p64"/>
          <p:cNvSpPr txBox="1">
            <a:spLocks noGrp="1"/>
          </p:cNvSpPr>
          <p:nvPr>
            <p:ph type="body" idx="13"/>
          </p:nvPr>
        </p:nvSpPr>
        <p:spPr>
          <a:xfrm>
            <a:off x="7232001" y="2510975"/>
            <a:ext cx="1437900" cy="15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91440" lvl="0" indent="-109220" algn="l" rtl="0"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n" sz="1000"/>
              <a:t>The R packages now are not matured enough in my opinion</a:t>
            </a:r>
            <a:endParaRPr sz="1000"/>
          </a:p>
          <a:p>
            <a:pPr marL="91440" lvl="0" indent="-109220" algn="l" rtl="0"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n" sz="1000"/>
              <a:t>If you prefer to use polars, use Python for now (Oct. 2025) rather than R</a:t>
            </a:r>
            <a:endParaRPr sz="1000"/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5" name="Google Shape;535;p64"/>
          <p:cNvSpPr txBox="1">
            <a:spLocks noGrp="1"/>
          </p:cNvSpPr>
          <p:nvPr>
            <p:ph type="sldNum" idx="12"/>
          </p:nvPr>
        </p:nvSpPr>
        <p:spPr>
          <a:xfrm>
            <a:off x="8208648" y="4749900"/>
            <a:ext cx="657900" cy="192000"/>
          </a:xfrm>
          <a:prstGeom prst="rect">
            <a:avLst/>
          </a:prstGeom>
        </p:spPr>
        <p:txBody>
          <a:bodyPr spcFirstLastPara="1" wrap="square" lIns="91425" tIns="91425" rIns="0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mo"/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p65"/>
          <p:cNvSpPr/>
          <p:nvPr/>
        </p:nvSpPr>
        <p:spPr>
          <a:xfrm>
            <a:off x="277500" y="277500"/>
            <a:ext cx="5145000" cy="4582500"/>
          </a:xfrm>
          <a:prstGeom prst="roundRect">
            <a:avLst>
              <a:gd name="adj" fmla="val 13093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541" name="Google Shape;541;p65"/>
          <p:cNvSpPr txBox="1">
            <a:spLocks noGrp="1"/>
          </p:cNvSpPr>
          <p:nvPr>
            <p:ph type="title"/>
          </p:nvPr>
        </p:nvSpPr>
        <p:spPr>
          <a:xfrm>
            <a:off x="6045100" y="2344250"/>
            <a:ext cx="2820600" cy="1023600"/>
          </a:xfrm>
          <a:prstGeom prst="rect">
            <a:avLst/>
          </a:prstGeom>
        </p:spPr>
        <p:txBody>
          <a:bodyPr spcFirstLastPara="1" wrap="square" lIns="0" tIns="91425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Hands-on demo in R/</a:t>
            </a:r>
            <a:r>
              <a:rPr lang="en" dirty="0" err="1"/>
              <a:t>Rstudio</a:t>
            </a:r>
            <a:endParaRPr dirty="0"/>
          </a:p>
        </p:txBody>
      </p:sp>
      <p:sp>
        <p:nvSpPr>
          <p:cNvPr id="542" name="Google Shape;542;p65"/>
          <p:cNvSpPr txBox="1">
            <a:spLocks noGrp="1"/>
          </p:cNvSpPr>
          <p:nvPr>
            <p:ph type="title" idx="3"/>
          </p:nvPr>
        </p:nvSpPr>
        <p:spPr>
          <a:xfrm>
            <a:off x="6045100" y="3422542"/>
            <a:ext cx="2820600" cy="1023600"/>
          </a:xfrm>
          <a:prstGeom prst="rect">
            <a:avLst/>
          </a:prstGeom>
        </p:spPr>
        <p:txBody>
          <a:bodyPr spcFirstLastPara="1" wrap="square" lIns="0" tIns="91425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r>
              <a:rPr lang="en" dirty="0"/>
              <a:t>Using </a:t>
            </a:r>
            <a:r>
              <a:rPr lang="en" u="sng" dirty="0">
                <a:solidFill>
                  <a:schemeClr val="hlink"/>
                </a:solidFill>
                <a:hlinkClick r:id="rId3"/>
              </a:rPr>
              <a:t>OpenFEMA NFIRS datasets 2024</a:t>
            </a:r>
            <a:endParaRPr dirty="0"/>
          </a:p>
        </p:txBody>
      </p:sp>
      <p:cxnSp>
        <p:nvCxnSpPr>
          <p:cNvPr id="543" name="Google Shape;543;p65"/>
          <p:cNvCxnSpPr/>
          <p:nvPr/>
        </p:nvCxnSpPr>
        <p:spPr>
          <a:xfrm>
            <a:off x="5422500" y="3216700"/>
            <a:ext cx="4416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544" name="Google Shape;544;p65"/>
          <p:cNvSpPr txBox="1">
            <a:spLocks noGrp="1"/>
          </p:cNvSpPr>
          <p:nvPr>
            <p:ph type="sldNum" idx="12"/>
          </p:nvPr>
        </p:nvSpPr>
        <p:spPr>
          <a:xfrm>
            <a:off x="8208648" y="4749900"/>
            <a:ext cx="657900" cy="192000"/>
          </a:xfrm>
          <a:prstGeom prst="rect">
            <a:avLst/>
          </a:prstGeom>
        </p:spPr>
        <p:txBody>
          <a:bodyPr spcFirstLastPara="1" wrap="square" lIns="91425" tIns="91425" rIns="0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mo"/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  <p:pic>
        <p:nvPicPr>
          <p:cNvPr id="545" name="Google Shape;545;p6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0025" y="1078033"/>
            <a:ext cx="4869576" cy="32463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p66"/>
          <p:cNvSpPr txBox="1">
            <a:spLocks noGrp="1"/>
          </p:cNvSpPr>
          <p:nvPr>
            <p:ph type="title"/>
          </p:nvPr>
        </p:nvSpPr>
        <p:spPr>
          <a:xfrm>
            <a:off x="737175" y="1562400"/>
            <a:ext cx="4034400" cy="24381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/>
              <a:t>Thank you! </a:t>
            </a:r>
            <a:endParaRPr sz="36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6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/>
              <a:t>&amp;</a:t>
            </a:r>
            <a:endParaRPr sz="36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6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/>
              <a:t>Ask us anything!</a:t>
            </a:r>
            <a:endParaRPr sz="3600" dirty="0"/>
          </a:p>
        </p:txBody>
      </p:sp>
      <p:cxnSp>
        <p:nvCxnSpPr>
          <p:cNvPr id="551" name="Google Shape;551;p66"/>
          <p:cNvCxnSpPr/>
          <p:nvPr/>
        </p:nvCxnSpPr>
        <p:spPr>
          <a:xfrm>
            <a:off x="5260800" y="278400"/>
            <a:ext cx="0" cy="45819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52" name="Google Shape;552;p66"/>
          <p:cNvSpPr txBox="1"/>
          <p:nvPr/>
        </p:nvSpPr>
        <p:spPr>
          <a:xfrm>
            <a:off x="5522600" y="654637"/>
            <a:ext cx="2941500" cy="420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91425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endParaRPr sz="1800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endParaRPr sz="1800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r>
              <a:rPr lang="en" sz="18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Please find other data club sessions’ info </a:t>
            </a:r>
            <a:r>
              <a:rPr lang="en" sz="1800" u="sng">
                <a:solidFill>
                  <a:schemeClr val="hlink"/>
                </a:solidFill>
                <a:latin typeface="Arimo"/>
                <a:ea typeface="Arimo"/>
                <a:cs typeface="Arimo"/>
                <a:sym typeface="Arimo"/>
                <a:hlinkClick r:id="rId3"/>
              </a:rPr>
              <a:t>here</a:t>
            </a:r>
            <a:endParaRPr sz="1800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endParaRPr sz="1000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endParaRPr sz="1500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en" sz="16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Any questions related to today’s session please contact</a:t>
            </a:r>
            <a:endParaRPr sz="1600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endParaRPr sz="1500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en" sz="16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Wei Yin</a:t>
            </a:r>
            <a:endParaRPr sz="1600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en" sz="1600" u="sng">
                <a:solidFill>
                  <a:schemeClr val="hlink"/>
                </a:solidFill>
                <a:latin typeface="Arimo"/>
                <a:ea typeface="Arimo"/>
                <a:cs typeface="Arimo"/>
                <a:sym typeface="Arimo"/>
                <a:hlinkClick r:id="rId4"/>
              </a:rPr>
              <a:t>wy2288@columbia.edu</a:t>
            </a:r>
            <a:r>
              <a:rPr lang="en" sz="16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endParaRPr sz="1600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endParaRPr sz="1500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en" sz="15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or </a:t>
            </a:r>
            <a:endParaRPr sz="1500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endParaRPr sz="1500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en" sz="16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Research Data Services </a:t>
            </a:r>
            <a:r>
              <a:rPr lang="en" sz="1600" u="sng">
                <a:solidFill>
                  <a:schemeClr val="hlink"/>
                </a:solidFill>
                <a:latin typeface="Arimo"/>
                <a:ea typeface="Arimo"/>
                <a:cs typeface="Arimo"/>
                <a:sym typeface="Arimo"/>
                <a:hlinkClick r:id="rId5"/>
              </a:rPr>
              <a:t>data@library.columbia.edu</a:t>
            </a:r>
            <a:r>
              <a:rPr lang="en" sz="1600">
                <a:solidFill>
                  <a:schemeClr val="dk1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endParaRPr sz="1600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endParaRPr sz="1000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endParaRPr sz="1000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endParaRPr sz="1000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</a:pPr>
            <a:endParaRPr sz="1000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endParaRPr sz="1600">
              <a:solidFill>
                <a:schemeClr val="dk1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553" name="Google Shape;553;p66"/>
          <p:cNvSpPr txBox="1">
            <a:spLocks noGrp="1"/>
          </p:cNvSpPr>
          <p:nvPr>
            <p:ph type="sldNum" idx="12"/>
          </p:nvPr>
        </p:nvSpPr>
        <p:spPr>
          <a:xfrm>
            <a:off x="8208648" y="4749900"/>
            <a:ext cx="657900" cy="192000"/>
          </a:xfrm>
          <a:prstGeom prst="rect">
            <a:avLst/>
          </a:prstGeom>
        </p:spPr>
        <p:txBody>
          <a:bodyPr spcFirstLastPara="1" wrap="square" lIns="91425" tIns="91425" rIns="0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imo"/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  <p:pic>
        <p:nvPicPr>
          <p:cNvPr id="554" name="Google Shape;554;p6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72225" y="492525"/>
            <a:ext cx="610500" cy="610500"/>
          </a:xfrm>
          <a:prstGeom prst="rect">
            <a:avLst/>
          </a:prstGeom>
          <a:noFill/>
          <a:ln>
            <a:noFill/>
          </a:ln>
        </p:spPr>
      </p:pic>
      <p:sp>
        <p:nvSpPr>
          <p:cNvPr id="555" name="Google Shape;555;p66"/>
          <p:cNvSpPr txBox="1">
            <a:spLocks noGrp="1"/>
          </p:cNvSpPr>
          <p:nvPr>
            <p:ph type="subTitle" idx="4294967295"/>
          </p:nvPr>
        </p:nvSpPr>
        <p:spPr>
          <a:xfrm>
            <a:off x="667150" y="0"/>
            <a:ext cx="5141400" cy="283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Columbia University Libraries Data Club Fall 2025</a:t>
            </a:r>
            <a:endParaRPr sz="1200"/>
          </a:p>
        </p:txBody>
      </p:sp>
      <p:sp>
        <p:nvSpPr>
          <p:cNvPr id="556" name="Google Shape;556;p66"/>
          <p:cNvSpPr txBox="1">
            <a:spLocks noGrp="1"/>
          </p:cNvSpPr>
          <p:nvPr>
            <p:ph type="subTitle" idx="4294967295"/>
          </p:nvPr>
        </p:nvSpPr>
        <p:spPr>
          <a:xfrm rot="2415" flipH="1">
            <a:off x="7158000" y="594"/>
            <a:ext cx="1708500" cy="2820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2025/10/09</a:t>
            </a:r>
            <a:endParaRPr sz="12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op">
  <a:themeElements>
    <a:clrScheme name="Pop">
      <a:dk1>
        <a:srgbClr val="F8E71C"/>
      </a:dk1>
      <a:lt1>
        <a:srgbClr val="FFFFFF"/>
      </a:lt1>
      <a:dk2>
        <a:srgbClr val="000000"/>
      </a:dk2>
      <a:lt2>
        <a:srgbClr val="D9D9D9"/>
      </a:lt2>
      <a:accent1>
        <a:srgbClr val="666666"/>
      </a:accent1>
      <a:accent2>
        <a:srgbClr val="483165"/>
      </a:accent2>
      <a:accent3>
        <a:srgbClr val="EB1E95"/>
      </a:accent3>
      <a:accent4>
        <a:srgbClr val="01AFD1"/>
      </a:accent4>
      <a:accent5>
        <a:srgbClr val="0F9D58"/>
      </a:accent5>
      <a:accent6>
        <a:srgbClr val="9C27B0"/>
      </a:accent6>
      <a:hlink>
        <a:srgbClr val="0F9D58"/>
      </a:hlink>
      <a:folHlink>
        <a:srgbClr val="0F9D5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Product demo | Human focus">
  <a:themeElements>
    <a:clrScheme name="Simple Light">
      <a:dk1>
        <a:srgbClr val="3C4043"/>
      </a:dk1>
      <a:lt1>
        <a:srgbClr val="000000"/>
      </a:lt1>
      <a:dk2>
        <a:srgbClr val="F4F4F4"/>
      </a:dk2>
      <a:lt2>
        <a:srgbClr val="FFFFFF"/>
      </a:lt2>
      <a:accent1>
        <a:srgbClr val="FDD198"/>
      </a:accent1>
      <a:accent2>
        <a:srgbClr val="F4F4F4"/>
      </a:accent2>
      <a:accent3>
        <a:srgbClr val="B7B7B7"/>
      </a:accent3>
      <a:accent4>
        <a:srgbClr val="FFA767"/>
      </a:accent4>
      <a:accent5>
        <a:srgbClr val="FFF2DC"/>
      </a:accent5>
      <a:accent6>
        <a:srgbClr val="F0C894"/>
      </a:accent6>
      <a:hlink>
        <a:srgbClr val="CAA97A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745</Words>
  <Application>Microsoft Macintosh PowerPoint</Application>
  <PresentationFormat>On-screen Show (16:9)</PresentationFormat>
  <Paragraphs>123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10</vt:i4>
      </vt:variant>
    </vt:vector>
  </HeadingPairs>
  <TitlesOfParts>
    <vt:vector size="24" baseType="lpstr">
      <vt:lpstr>Roboto</vt:lpstr>
      <vt:lpstr>Arimo</vt:lpstr>
      <vt:lpstr>Inter</vt:lpstr>
      <vt:lpstr>Arial</vt:lpstr>
      <vt:lpstr>Azeret Mono</vt:lpstr>
      <vt:lpstr>Arimo SemiBold</vt:lpstr>
      <vt:lpstr>Playfair Display</vt:lpstr>
      <vt:lpstr>Arimo Medium</vt:lpstr>
      <vt:lpstr>Plus Jakarta Sans Medium</vt:lpstr>
      <vt:lpstr>Oswald</vt:lpstr>
      <vt:lpstr>Plus Jakarta Sans</vt:lpstr>
      <vt:lpstr>Montserrat</vt:lpstr>
      <vt:lpstr>Pop</vt:lpstr>
      <vt:lpstr>Product demo | Human focus</vt:lpstr>
      <vt:lpstr>Working with Large Datasets in R</vt:lpstr>
      <vt:lpstr>outline</vt:lpstr>
      <vt:lpstr>PowerPoint Presentation</vt:lpstr>
      <vt:lpstr>When I mention large datasets in today’s session, that means</vt:lpstr>
      <vt:lpstr>A few (possible) solutions on an individual’s laptop or desktop</vt:lpstr>
      <vt:lpstr>Two real world data examples</vt:lpstr>
      <vt:lpstr>I will discuss a few R packages (version number &gt; 1.0.0)  You might (or must) have other options</vt:lpstr>
      <vt:lpstr>Comparisons  </vt:lpstr>
      <vt:lpstr>Hands-on demo in R/Rstudio</vt:lpstr>
      <vt:lpstr> Thank you!   &amp;  Ask us anything!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Working with Large Datasets in R</dc:title>
  <dc:subject/>
  <dc:creator/>
  <cp:keywords/>
  <dc:description/>
  <cp:lastModifiedBy>Microsoft Office User</cp:lastModifiedBy>
  <cp:revision>3</cp:revision>
  <dcterms:modified xsi:type="dcterms:W3CDTF">2025-10-09T17:42:39Z</dcterms:modified>
  <cp:category/>
</cp:coreProperties>
</file>